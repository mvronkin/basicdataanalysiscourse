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79"/>
  </p:notesMasterIdLst>
  <p:sldIdLst>
    <p:sldId id="257" r:id="rId2"/>
    <p:sldId id="258" r:id="rId3"/>
    <p:sldId id="338" r:id="rId4"/>
    <p:sldId id="347" r:id="rId5"/>
    <p:sldId id="400" r:id="rId6"/>
    <p:sldId id="401" r:id="rId7"/>
    <p:sldId id="351" r:id="rId8"/>
    <p:sldId id="342" r:id="rId9"/>
    <p:sldId id="349" r:id="rId10"/>
    <p:sldId id="350" r:id="rId11"/>
    <p:sldId id="367" r:id="rId12"/>
    <p:sldId id="366" r:id="rId13"/>
    <p:sldId id="393" r:id="rId14"/>
    <p:sldId id="394" r:id="rId15"/>
    <p:sldId id="395" r:id="rId16"/>
    <p:sldId id="402" r:id="rId17"/>
    <p:sldId id="787" r:id="rId18"/>
    <p:sldId id="397" r:id="rId19"/>
    <p:sldId id="403" r:id="rId20"/>
    <p:sldId id="404" r:id="rId21"/>
    <p:sldId id="405" r:id="rId22"/>
    <p:sldId id="406" r:id="rId23"/>
    <p:sldId id="737" r:id="rId24"/>
    <p:sldId id="718" r:id="rId25"/>
    <p:sldId id="717" r:id="rId26"/>
    <p:sldId id="715" r:id="rId27"/>
    <p:sldId id="722" r:id="rId28"/>
    <p:sldId id="719" r:id="rId29"/>
    <p:sldId id="720" r:id="rId30"/>
    <p:sldId id="723" r:id="rId31"/>
    <p:sldId id="721" r:id="rId32"/>
    <p:sldId id="729" r:id="rId33"/>
    <p:sldId id="788" r:id="rId34"/>
    <p:sldId id="702" r:id="rId35"/>
    <p:sldId id="730" r:id="rId36"/>
    <p:sldId id="731" r:id="rId37"/>
    <p:sldId id="732" r:id="rId38"/>
    <p:sldId id="733" r:id="rId39"/>
    <p:sldId id="734" r:id="rId40"/>
    <p:sldId id="735" r:id="rId41"/>
    <p:sldId id="736" r:id="rId42"/>
    <p:sldId id="762" r:id="rId43"/>
    <p:sldId id="726" r:id="rId44"/>
    <p:sldId id="738" r:id="rId45"/>
    <p:sldId id="739" r:id="rId46"/>
    <p:sldId id="724" r:id="rId47"/>
    <p:sldId id="742" r:id="rId48"/>
    <p:sldId id="741" r:id="rId49"/>
    <p:sldId id="740" r:id="rId50"/>
    <p:sldId id="743" r:id="rId51"/>
    <p:sldId id="745" r:id="rId52"/>
    <p:sldId id="746" r:id="rId53"/>
    <p:sldId id="744" r:id="rId54"/>
    <p:sldId id="747" r:id="rId55"/>
    <p:sldId id="750" r:id="rId56"/>
    <p:sldId id="749" r:id="rId57"/>
    <p:sldId id="751" r:id="rId58"/>
    <p:sldId id="752" r:id="rId59"/>
    <p:sldId id="754" r:id="rId60"/>
    <p:sldId id="753" r:id="rId61"/>
    <p:sldId id="757" r:id="rId62"/>
    <p:sldId id="755" r:id="rId63"/>
    <p:sldId id="756" r:id="rId64"/>
    <p:sldId id="758" r:id="rId65"/>
    <p:sldId id="761" r:id="rId66"/>
    <p:sldId id="760" r:id="rId67"/>
    <p:sldId id="759" r:id="rId68"/>
    <p:sldId id="763" r:id="rId69"/>
    <p:sldId id="766" r:id="rId70"/>
    <p:sldId id="765" r:id="rId71"/>
    <p:sldId id="764" r:id="rId72"/>
    <p:sldId id="767" r:id="rId73"/>
    <p:sldId id="785" r:id="rId74"/>
    <p:sldId id="786" r:id="rId75"/>
    <p:sldId id="775" r:id="rId76"/>
    <p:sldId id="389" r:id="rId77"/>
    <p:sldId id="355" r:id="rId78"/>
  </p:sldIdLst>
  <p:sldSz cx="9144000" cy="5143500" type="screen16x9"/>
  <p:notesSz cx="6858000" cy="9144000"/>
  <p:embeddedFontLst>
    <p:embeddedFont>
      <p:font typeface="Roboto Medium" panose="02000000000000000000" pitchFamily="2" charset="0"/>
      <p:regular r:id="rId80"/>
      <p:italic r:id="rId81"/>
    </p:embeddedFont>
    <p:embeddedFont>
      <p:font typeface="Montserrat" panose="00000500000000000000" pitchFamily="2" charset="-52"/>
      <p:regular r:id="rId82"/>
      <p:bold r:id="rId83"/>
      <p:italic r:id="rId84"/>
      <p:boldItalic r:id="rId85"/>
    </p:embeddedFont>
    <p:embeddedFont>
      <p:font typeface="Montserrat Medium" panose="00000600000000000000" pitchFamily="2" charset="-52"/>
      <p:regular r:id="rId86"/>
      <p:bold r:id="rId87"/>
      <p:italic r:id="rId88"/>
      <p:boldItalic r:id="rId89"/>
    </p:embeddedFont>
    <p:embeddedFont>
      <p:font typeface="Roboto Light" panose="02000000000000000000" pitchFamily="2" charset="0"/>
      <p:regular r:id="rId90"/>
      <p:italic r:id="rId91"/>
    </p:embeddedFont>
    <p:embeddedFont>
      <p:font typeface="IBM Plex Mono" panose="020B0604020202020204" charset="-52"/>
      <p:regular r:id="rId92"/>
      <p:bold r:id="rId93"/>
      <p:italic r:id="rId94"/>
      <p:boldItalic r:id="rId95"/>
    </p:embeddedFont>
    <p:embeddedFont>
      <p:font typeface="Montserrat SemiBold" panose="00000700000000000000" pitchFamily="2" charset="-52"/>
      <p:bold r:id="rId96"/>
      <p:boldItalic r:id="rId97"/>
    </p:embeddedFont>
    <p:embeddedFont>
      <p:font typeface="Calibri" panose="020F0502020204030204" pitchFamily="34" charset="0"/>
      <p:regular r:id="rId98"/>
      <p:bold r:id="rId99"/>
      <p:italic r:id="rId100"/>
      <p:boldItalic r:id="rId101"/>
    </p:embeddedFont>
    <p:embeddedFont>
      <p:font typeface="Cambria Math" panose="02040503050406030204" pitchFamily="18" charset="0"/>
      <p:regular r:id="rId102"/>
    </p:embeddedFont>
    <p:embeddedFont>
      <p:font typeface="Verdana" panose="020B0604030504040204" pitchFamily="34" charset="0"/>
      <p:regular r:id="rId103"/>
      <p:bold r:id="rId104"/>
      <p:italic r:id="rId105"/>
      <p:boldItalic r:id="rId106"/>
    </p:embeddedFont>
    <p:embeddedFont>
      <p:font typeface="Roboto" panose="02000000000000000000" pitchFamily="2" charset="0"/>
      <p:regular r:id="rId107"/>
      <p:bold r:id="rId108"/>
      <p:italic r:id="rId109"/>
      <p:boldItalic r:id="rId110"/>
    </p:embeddedFont>
    <p:embeddedFont>
      <p:font typeface="Montserrat ExtraBold" panose="00000900000000000000" pitchFamily="2" charset="-52"/>
      <p:bold r:id="rId111"/>
      <p:boldItalic r:id="rId112"/>
    </p:embeddedFont>
    <p:embeddedFont>
      <p:font typeface="Montserrat Light" panose="00000400000000000000" pitchFamily="2" charset="-52"/>
      <p:regular r:id="rId113"/>
      <p:bold r:id="rId114"/>
      <p:italic r:id="rId115"/>
      <p:boldItalic r:id="rId1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Оля Шпилёва" initials="" lastIdx="9" clrIdx="0"/>
  <p:cmAuthor id="1" name="Андрей Созыкин" initials="АС" lastIdx="1" clrIdx="1">
    <p:extLst>
      <p:ext uri="{19B8F6BF-5375-455C-9EA6-DF929625EA0E}">
        <p15:presenceInfo xmlns:p15="http://schemas.microsoft.com/office/powerpoint/2012/main" userId="26c361895a5d0c0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438" y="2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commentAuthors" Target="commentAuthor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5.fntdata"/><Relationship Id="rId89" Type="http://schemas.openxmlformats.org/officeDocument/2006/relationships/font" Target="fonts/font10.fntdata"/><Relationship Id="rId112" Type="http://schemas.openxmlformats.org/officeDocument/2006/relationships/font" Target="fonts/font33.fntdata"/><Relationship Id="rId16" Type="http://schemas.openxmlformats.org/officeDocument/2006/relationships/slide" Target="slides/slide15.xml"/><Relationship Id="rId107" Type="http://schemas.openxmlformats.org/officeDocument/2006/relationships/font" Target="fonts/font28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102" Type="http://schemas.openxmlformats.org/officeDocument/2006/relationships/font" Target="fonts/font23.fntdata"/><Relationship Id="rId5" Type="http://schemas.openxmlformats.org/officeDocument/2006/relationships/slide" Target="slides/slide4.xml"/><Relationship Id="rId90" Type="http://schemas.openxmlformats.org/officeDocument/2006/relationships/font" Target="fonts/font11.fntdata"/><Relationship Id="rId95" Type="http://schemas.openxmlformats.org/officeDocument/2006/relationships/font" Target="fonts/font16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font" Target="fonts/font34.fntdata"/><Relationship Id="rId118" Type="http://schemas.openxmlformats.org/officeDocument/2006/relationships/presProps" Target="presProps.xml"/><Relationship Id="rId80" Type="http://schemas.openxmlformats.org/officeDocument/2006/relationships/font" Target="fonts/font1.fntdata"/><Relationship Id="rId85" Type="http://schemas.openxmlformats.org/officeDocument/2006/relationships/font" Target="fonts/font6.fntdata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24.fntdata"/><Relationship Id="rId108" Type="http://schemas.openxmlformats.org/officeDocument/2006/relationships/font" Target="fonts/font29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font" Target="fonts/font12.fntdata"/><Relationship Id="rId96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font" Target="fonts/font35.fntdata"/><Relationship Id="rId119" Type="http://schemas.openxmlformats.org/officeDocument/2006/relationships/viewProps" Target="view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font" Target="fonts/font2.fntdata"/><Relationship Id="rId86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30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8.fntdata"/><Relationship Id="rId104" Type="http://schemas.openxmlformats.org/officeDocument/2006/relationships/font" Target="fonts/font25.fntdata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1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8.fntdata"/><Relationship Id="rId110" Type="http://schemas.openxmlformats.org/officeDocument/2006/relationships/font" Target="fonts/font31.fntdata"/><Relationship Id="rId115" Type="http://schemas.openxmlformats.org/officeDocument/2006/relationships/font" Target="fonts/font36.fntdata"/><Relationship Id="rId61" Type="http://schemas.openxmlformats.org/officeDocument/2006/relationships/slide" Target="slides/slide60.xml"/><Relationship Id="rId82" Type="http://schemas.openxmlformats.org/officeDocument/2006/relationships/font" Target="fonts/font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21.fntdata"/><Relationship Id="rId105" Type="http://schemas.openxmlformats.org/officeDocument/2006/relationships/font" Target="fonts/font2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14.fntdata"/><Relationship Id="rId98" Type="http://schemas.openxmlformats.org/officeDocument/2006/relationships/font" Target="fonts/font19.fntdata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3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font" Target="fonts/font4.fntdata"/><Relationship Id="rId88" Type="http://schemas.openxmlformats.org/officeDocument/2006/relationships/font" Target="fonts/font9.fntdata"/><Relationship Id="rId111" Type="http://schemas.openxmlformats.org/officeDocument/2006/relationships/font" Target="fonts/font32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font" Target="fonts/font2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font" Target="fonts/font15.fntdata"/><Relationship Id="rId99" Type="http://schemas.openxmlformats.org/officeDocument/2006/relationships/font" Target="fonts/font20.fntdata"/><Relationship Id="rId101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5a0296b8ef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" name="Google Shape;74;g25a0296b8ef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5a0296b8ef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g25a0296b8ef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B2239F5-BE49-4E49-E43A-41CEE54A3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5a0296b8ef_0_224:notes">
            <a:extLst>
              <a:ext uri="{FF2B5EF4-FFF2-40B4-BE49-F238E27FC236}">
                <a16:creationId xmlns:a16="http://schemas.microsoft.com/office/drawing/2014/main" id="{56DF3EC6-3E51-3449-11D8-923A7E457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g25a0296b8ef_0_224:notes">
            <a:extLst>
              <a:ext uri="{FF2B5EF4-FFF2-40B4-BE49-F238E27FC236}">
                <a16:creationId xmlns:a16="http://schemas.microsoft.com/office/drawing/2014/main" id="{3942796E-C604-E70A-E44B-37D404A455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72564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A5B09607-3360-6D62-232F-1FE6BA057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527BDEB8-CFEB-1B8A-6F44-6A15583E54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88A1BE4A-EFAB-6940-420F-E0BF5C75D7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01637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52513B76-47EC-5DB5-441D-513A4E000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548D88D3-65CF-BF6D-A8F0-C549889301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A5199C37-1EBC-5D83-98D1-5B1E49322F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75861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B75F962C-1FC8-4ADA-0854-099A921EF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61A6BC86-DA44-24B6-E84C-AB84872739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3A973874-0AC7-0600-7606-36B4F0CA6A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626092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7C5374CE-88F5-4338-AD5F-C51711DC9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C3387340-4ABB-E649-3695-44D811B73D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AF8B979B-A00D-6B8A-DC62-B6245173AE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331695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D12C5C15-AFDE-6BF9-E93E-5BEE5B6E6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B3B0F18A-F8BF-1ACC-2781-6CE6F15B37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1B4547CE-B5FC-99DC-97FB-9111570AFB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835462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D2B2DB1F-F8C6-4C6B-5DA1-2C3AE523F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72226F90-5251-D475-C3DD-2EF52CE7D5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8B591261-0129-8BC6-344B-ED715B0783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063943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7B49165E-36D2-1B9F-DDBA-370048C43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F9E83A82-BDA3-3C5D-29D5-ADB842D04F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776C0D29-A5E9-CAF0-8E10-19EEE146A5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128299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C15D1320-A6D9-7507-F40C-837E5D346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4B7CFFDF-ED68-6EEE-EC0F-246366EF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8CDC2289-6861-09BF-DE10-637B90304A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46672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DA42AD13-E500-3ADD-B2E5-D9C67DD80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1ADBAA3C-4C99-C63A-759B-29EE0E0A92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CC439958-3CA9-40BB-1B74-1F01E086AD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986242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0BC84723-DCC0-6FE5-C221-372E72598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F7125DEC-3B99-403F-8AEA-4D337BAC18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7C2AE886-E954-5190-3DD6-8C2B19E842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421389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AB28BE9A-EA74-878C-C88E-AC5B59A8A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EF1454A1-8CAD-807F-0343-B65DD60573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8DBFFAD9-1914-D12B-F165-9CD3099974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988929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3959DEFD-6FD4-4D63-9396-23641D285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C88F2E9B-0AD7-B5C8-E656-2C6224DD05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B5A1FA21-8879-208A-C2B8-82F8767109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754181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4BE82851-82B9-437D-C937-C719CC402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20653651-C145-B855-4844-03592C634B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8D3DCD1A-EF4D-1726-060B-00F731B8CA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185656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4BE82851-82B9-437D-C937-C719CC402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20653651-C145-B855-4844-03592C634B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8D3DCD1A-EF4D-1726-060B-00F731B8CA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071687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D4F2F9C3-E82A-8390-B9B5-2C4D62C3C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5AE90563-976C-2D56-A1BF-99CD898650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0041312E-0FC6-6DEF-BC24-E3AC47B41E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294454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0DA5FDB3-334C-F39E-7D74-8BC4A6818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11A6A2ED-64E4-59A0-C30D-629393A777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6C4C015F-DF50-338E-A01F-7F466AD23E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479533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63C91F16-CE88-908A-7C5A-12CBBA127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A3978D61-DE0C-31FB-B47B-02EC89D882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6C4A3CB8-29CD-0234-D2BF-15B52D6E3A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14316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29D1DC5A-739B-428B-9691-4FFFBF37E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3EFAC744-E745-71CC-2CEF-60EE04948A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2A1B5381-66F2-D752-0C10-5E425EE8EA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437571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FCFF724A-F979-5C31-2525-6645BABFC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86E4564E-F508-7935-817E-17D479C2C5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83483EA6-707C-4BEB-A0EA-D580509D53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169832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12AE6FC1-CAED-F622-E857-D50C7137F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D8F96ADD-F792-F69B-26E7-F7C89A5827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DBD8109C-3509-D946-392F-8E3B976C78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0370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3FF8AE17-BE4B-A242-4D4F-D9E8B8692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97C19834-AC6E-AC93-22A7-6DED51CE85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D8FF344D-0017-DC97-27DF-BB55F6104A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272107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28BE643D-6F9E-F0C1-515D-441B5121E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ABF3A217-D114-4FD0-AD9A-4CD08CC7F4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6404BABA-B5C8-A9FC-A10F-62F197BFCF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759863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5EA70515-95E6-1CE8-A1F9-C5CA92C27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B3F4B033-FAAF-CDAD-9654-7C764C1184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A3CFA6E8-994E-54E4-4C74-42E01D4C49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63216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9BAC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 amt="6000"/>
          </a:blip>
          <a:srcRect b="15604"/>
          <a:stretch/>
        </p:blipFill>
        <p:spPr>
          <a:xfrm>
            <a:off x="0" y="25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540000" y="3941150"/>
            <a:ext cx="4643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"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Андрей Владимирович Созыкин</a:t>
            </a:r>
            <a:endParaRPr sz="20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540000" y="1341650"/>
            <a:ext cx="60324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Машинное обучение</a:t>
            </a:r>
            <a:endParaRPr sz="1800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540000" y="2080538"/>
            <a:ext cx="8222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ru" sz="40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Машинное обучение</a:t>
            </a:r>
            <a:endParaRPr sz="400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Машинное обучение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" name="Google Shape;397;g1407097a378_0_560">
            <a:extLst>
              <a:ext uri="{FF2B5EF4-FFF2-40B4-BE49-F238E27FC236}">
                <a16:creationId xmlns:a16="http://schemas.microsoft.com/office/drawing/2014/main" id="{A83718D1-F5E8-1806-CD29-03330431990B}"/>
              </a:ext>
            </a:extLst>
          </p:cNvPr>
          <p:cNvSpPr txBox="1">
            <a:spLocks/>
          </p:cNvSpPr>
          <p:nvPr/>
        </p:nvSpPr>
        <p:spPr>
          <a:xfrm>
            <a:off x="655923" y="3897873"/>
            <a:ext cx="2057400" cy="764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15000"/>
              </a:lnSpc>
              <a:spcBef>
                <a:spcPts val="0"/>
              </a:spcBef>
              <a:buSzPts val="2800"/>
              <a:buFont typeface="Arial"/>
              <a:buNone/>
            </a:pPr>
            <a:r>
              <a:rPr lang="ru-RU" dirty="0">
                <a:solidFill>
                  <a:srgbClr val="000000"/>
                </a:solidFill>
                <a:latin typeface="Montserrat Medium"/>
                <a:sym typeface="Roboto"/>
              </a:rPr>
              <a:t>Артур Сэмюэл</a:t>
            </a:r>
          </a:p>
          <a:p>
            <a:pPr marL="0" indent="0" algn="ctr">
              <a:lnSpc>
                <a:spcPct val="115000"/>
              </a:lnSpc>
              <a:spcBef>
                <a:spcPts val="0"/>
              </a:spcBef>
              <a:buSzPts val="2800"/>
              <a:buFont typeface="Arial"/>
              <a:buNone/>
            </a:pPr>
            <a:r>
              <a:rPr lang="ru-RU" dirty="0">
                <a:solidFill>
                  <a:srgbClr val="000000"/>
                </a:solidFill>
                <a:latin typeface="Montserrat Medium"/>
                <a:sym typeface="Roboto Light"/>
              </a:rPr>
              <a:t>(1901 - 1990)</a:t>
            </a:r>
          </a:p>
        </p:txBody>
      </p:sp>
      <p:sp>
        <p:nvSpPr>
          <p:cNvPr id="3" name="Google Shape;398;g1407097a378_0_560">
            <a:extLst>
              <a:ext uri="{FF2B5EF4-FFF2-40B4-BE49-F238E27FC236}">
                <a16:creationId xmlns:a16="http://schemas.microsoft.com/office/drawing/2014/main" id="{950ECDEE-4F16-454C-E2E1-E18FBB9AA7D6}"/>
              </a:ext>
            </a:extLst>
          </p:cNvPr>
          <p:cNvSpPr txBox="1"/>
          <p:nvPr/>
        </p:nvSpPr>
        <p:spPr>
          <a:xfrm>
            <a:off x="2841942" y="1216584"/>
            <a:ext cx="5145204" cy="2311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dirty="0">
                <a:latin typeface="Montserrat Medium"/>
                <a:sym typeface="Roboto Medium"/>
              </a:rPr>
              <a:t>«</a:t>
            </a:r>
            <a:r>
              <a:rPr lang="ru-RU" sz="1800" dirty="0">
                <a:latin typeface="Montserrat Medium"/>
                <a:sym typeface="Roboto Light"/>
              </a:rPr>
              <a:t>Машинное обучение – область знаний, которая дает возможность компьютерам обучаться без необходимости</a:t>
            </a:r>
            <a:r>
              <a:rPr lang="en-US" sz="1800" dirty="0">
                <a:latin typeface="Montserrat Medium"/>
                <a:sym typeface="Roboto Light"/>
              </a:rPr>
              <a:t> </a:t>
            </a:r>
            <a:r>
              <a:rPr lang="ru-RU" sz="1800" dirty="0">
                <a:latin typeface="Montserrat Medium"/>
                <a:sym typeface="Roboto Light"/>
              </a:rPr>
              <a:t>непосредственного программирования</a:t>
            </a:r>
            <a:r>
              <a:rPr lang="ru-RU" sz="1800" dirty="0">
                <a:latin typeface="Montserrat Medium"/>
                <a:sym typeface="Roboto Medium"/>
              </a:rPr>
              <a:t>»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1" dirty="0">
                <a:latin typeface="Montserrat Medium"/>
                <a:sym typeface="Roboto Medium"/>
              </a:rPr>
              <a:t>1959</a:t>
            </a:r>
            <a:endParaRPr sz="1800" b="1" dirty="0">
              <a:latin typeface="Montserrat Medium"/>
              <a:sym typeface="Roboto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399;g1407097a378_0_560">
            <a:extLst>
              <a:ext uri="{FF2B5EF4-FFF2-40B4-BE49-F238E27FC236}">
                <a16:creationId xmlns:a16="http://schemas.microsoft.com/office/drawing/2014/main" id="{54B26025-8847-A3CB-02F4-7D5E44EE58F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923" y="975718"/>
            <a:ext cx="20574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00;g1407097a378_0_560">
            <a:extLst>
              <a:ext uri="{FF2B5EF4-FFF2-40B4-BE49-F238E27FC236}">
                <a16:creationId xmlns:a16="http://schemas.microsoft.com/office/drawing/2014/main" id="{9DA0FFEA-8790-C4C9-3D24-40075003B4F3}"/>
              </a:ext>
            </a:extLst>
          </p:cNvPr>
          <p:cNvSpPr txBox="1"/>
          <p:nvPr/>
        </p:nvSpPr>
        <p:spPr>
          <a:xfrm>
            <a:off x="655923" y="3512973"/>
            <a:ext cx="2057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 dirty="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Источник: </a:t>
            </a:r>
            <a:r>
              <a:rPr lang="ru-RU" sz="1300" dirty="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wikipedia.org</a:t>
            </a:r>
            <a:endParaRPr sz="1300" b="0" i="0" u="none" strike="noStrike" cap="none" dirty="0">
              <a:solidFill>
                <a:srgbClr val="EFEFE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24B8ACBB-8D46-13A2-7BA5-C889A66CA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>
            <a:extLst>
              <a:ext uri="{FF2B5EF4-FFF2-40B4-BE49-F238E27FC236}">
                <a16:creationId xmlns:a16="http://schemas.microsoft.com/office/drawing/2014/main" id="{959422BC-0B33-8E70-F7D7-2C9D51095D2E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Машинное обучение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6" name="Google Shape;409;g1407097a378_0_512">
            <a:extLst>
              <a:ext uri="{FF2B5EF4-FFF2-40B4-BE49-F238E27FC236}">
                <a16:creationId xmlns:a16="http://schemas.microsoft.com/office/drawing/2014/main" id="{6194EA9D-827B-E764-E4FF-DC96EFF534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6993" y="2419820"/>
            <a:ext cx="1371600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410;g1407097a378_0_512">
            <a:extLst>
              <a:ext uri="{FF2B5EF4-FFF2-40B4-BE49-F238E27FC236}">
                <a16:creationId xmlns:a16="http://schemas.microsoft.com/office/drawing/2014/main" id="{90DFB99C-DCBA-01B7-3BB9-1765037B9EE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4531" y="2485508"/>
            <a:ext cx="1242025" cy="12592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411;g1407097a378_0_512">
            <a:extLst>
              <a:ext uri="{FF2B5EF4-FFF2-40B4-BE49-F238E27FC236}">
                <a16:creationId xmlns:a16="http://schemas.microsoft.com/office/drawing/2014/main" id="{E14B9117-C9C9-7316-CBCE-6A49A695E132}"/>
              </a:ext>
            </a:extLst>
          </p:cNvPr>
          <p:cNvSpPr txBox="1"/>
          <p:nvPr/>
        </p:nvSpPr>
        <p:spPr>
          <a:xfrm>
            <a:off x="5101993" y="3741582"/>
            <a:ext cx="14871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Входные </a:t>
            </a:r>
            <a:endParaRPr sz="1700">
              <a:solidFill>
                <a:srgbClr val="252626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данные</a:t>
            </a:r>
            <a:endParaRPr sz="600"/>
          </a:p>
        </p:txBody>
      </p:sp>
      <p:sp>
        <p:nvSpPr>
          <p:cNvPr id="9" name="Google Shape;412;g1407097a378_0_512">
            <a:extLst>
              <a:ext uri="{FF2B5EF4-FFF2-40B4-BE49-F238E27FC236}">
                <a16:creationId xmlns:a16="http://schemas.microsoft.com/office/drawing/2014/main" id="{215831F9-4DCD-607C-7AE0-2D04C0782D48}"/>
              </a:ext>
            </a:extLst>
          </p:cNvPr>
          <p:cNvSpPr txBox="1"/>
          <p:nvPr/>
        </p:nvSpPr>
        <p:spPr>
          <a:xfrm>
            <a:off x="1427493" y="3810482"/>
            <a:ext cx="26706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Ожидаемые выходные </a:t>
            </a:r>
            <a:endParaRPr sz="1700">
              <a:solidFill>
                <a:srgbClr val="252626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данные</a:t>
            </a:r>
            <a:endParaRPr sz="600"/>
          </a:p>
        </p:txBody>
      </p:sp>
      <p:sp>
        <p:nvSpPr>
          <p:cNvPr id="10" name="Google Shape;413;g1407097a378_0_512">
            <a:extLst>
              <a:ext uri="{FF2B5EF4-FFF2-40B4-BE49-F238E27FC236}">
                <a16:creationId xmlns:a16="http://schemas.microsoft.com/office/drawing/2014/main" id="{24FD5BFF-3159-2496-A1D1-1C64F710694E}"/>
              </a:ext>
            </a:extLst>
          </p:cNvPr>
          <p:cNvSpPr txBox="1"/>
          <p:nvPr/>
        </p:nvSpPr>
        <p:spPr>
          <a:xfrm>
            <a:off x="1848943" y="1077682"/>
            <a:ext cx="4805100" cy="1122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300" dirty="0">
                <a:solidFill>
                  <a:srgbClr val="252626"/>
                </a:solidFill>
                <a:highlight>
                  <a:schemeClr val="lt1"/>
                </a:highlight>
                <a:latin typeface="Roboto Light"/>
                <a:ea typeface="Roboto Light"/>
                <a:cs typeface="Roboto Light"/>
                <a:sym typeface="Roboto Light"/>
              </a:rPr>
              <a:t>у = </a:t>
            </a:r>
            <a:r>
              <a:rPr lang="ru-RU" sz="5300" i="1" dirty="0">
                <a:solidFill>
                  <a:srgbClr val="252626"/>
                </a:solidFill>
                <a:highlight>
                  <a:schemeClr val="lt1"/>
                </a:highlight>
                <a:latin typeface="Roboto Light"/>
                <a:ea typeface="Roboto Light"/>
                <a:cs typeface="Roboto Light"/>
                <a:sym typeface="Roboto Light"/>
              </a:rPr>
              <a:t>f</a:t>
            </a:r>
            <a:r>
              <a:rPr lang="ru-RU" sz="5300" dirty="0">
                <a:solidFill>
                  <a:srgbClr val="252626"/>
                </a:solidFill>
                <a:highlight>
                  <a:schemeClr val="lt1"/>
                </a:highlight>
                <a:latin typeface="Roboto Light"/>
                <a:ea typeface="Roboto Light"/>
                <a:cs typeface="Roboto Light"/>
                <a:sym typeface="Roboto Light"/>
              </a:rPr>
              <a:t>(x)</a:t>
            </a:r>
            <a:endParaRPr sz="4200" dirty="0"/>
          </a:p>
        </p:txBody>
      </p:sp>
      <p:cxnSp>
        <p:nvCxnSpPr>
          <p:cNvPr id="11" name="Google Shape;414;g1407097a378_0_512">
            <a:extLst>
              <a:ext uri="{FF2B5EF4-FFF2-40B4-BE49-F238E27FC236}">
                <a16:creationId xmlns:a16="http://schemas.microsoft.com/office/drawing/2014/main" id="{8FB173F1-1B85-16B5-B707-9EBCAEF30E71}"/>
              </a:ext>
            </a:extLst>
          </p:cNvPr>
          <p:cNvCxnSpPr/>
          <p:nvPr/>
        </p:nvCxnSpPr>
        <p:spPr>
          <a:xfrm rot="10800000" flipH="1">
            <a:off x="3090568" y="2094815"/>
            <a:ext cx="182700" cy="354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" name="Google Shape;415;g1407097a378_0_512">
            <a:extLst>
              <a:ext uri="{FF2B5EF4-FFF2-40B4-BE49-F238E27FC236}">
                <a16:creationId xmlns:a16="http://schemas.microsoft.com/office/drawing/2014/main" id="{29126B28-2B6C-D009-8148-7997E84E3C95}"/>
              </a:ext>
            </a:extLst>
          </p:cNvPr>
          <p:cNvCxnSpPr/>
          <p:nvPr/>
        </p:nvCxnSpPr>
        <p:spPr>
          <a:xfrm rot="10800000">
            <a:off x="4880293" y="2003183"/>
            <a:ext cx="739500" cy="58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179627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CBD3EAF7-710D-CE6D-99C7-14A53653A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10E1A655-A74E-8739-B007-EA93957EB20A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Параметрическое семейство функций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8D19E9-875E-BF05-7080-BEC2CD80E3E7}"/>
                  </a:ext>
                </a:extLst>
              </p:cNvPr>
              <p:cNvSpPr txBox="1"/>
              <p:nvPr/>
            </p:nvSpPr>
            <p:spPr>
              <a:xfrm>
                <a:off x="2812474" y="2107048"/>
                <a:ext cx="3165762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4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8D19E9-875E-BF05-7080-BEC2CD80E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474" y="2107048"/>
                <a:ext cx="3165762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DE60FCA-444B-8978-F914-2AE7B4A3438B}"/>
              </a:ext>
            </a:extLst>
          </p:cNvPr>
          <p:cNvSpPr txBox="1"/>
          <p:nvPr/>
        </p:nvSpPr>
        <p:spPr>
          <a:xfrm>
            <a:off x="1537853" y="3368183"/>
            <a:ext cx="5957455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w</a:t>
            </a:r>
            <a:r>
              <a:rPr lang="en-US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 – 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параметры, которые определяются по данным</a:t>
            </a:r>
          </a:p>
        </p:txBody>
      </p:sp>
    </p:spTree>
    <p:extLst>
      <p:ext uri="{BB962C8B-B14F-4D97-AF65-F5344CB8AC3E}">
        <p14:creationId xmlns:p14="http://schemas.microsoft.com/office/powerpoint/2010/main" val="275732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71DAEA5B-39CF-6997-966E-E5FC38C5A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D49D6D11-FDE4-92B6-7455-F67A928E0665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Параметрическое семейство функций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1E927E-0E6D-774F-264D-77972E950EE1}"/>
                  </a:ext>
                </a:extLst>
              </p:cNvPr>
              <p:cNvSpPr txBox="1"/>
              <p:nvPr/>
            </p:nvSpPr>
            <p:spPr>
              <a:xfrm>
                <a:off x="2812474" y="2107048"/>
                <a:ext cx="3165762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4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8D19E9-875E-BF05-7080-BEC2CD80E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474" y="2107048"/>
                <a:ext cx="3165762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E4FD032-8F7D-C229-6A2D-59574DB7A778}"/>
              </a:ext>
            </a:extLst>
          </p:cNvPr>
          <p:cNvSpPr txBox="1"/>
          <p:nvPr/>
        </p:nvSpPr>
        <p:spPr>
          <a:xfrm>
            <a:off x="1537853" y="3368183"/>
            <a:ext cx="5957455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w</a:t>
            </a:r>
            <a:r>
              <a:rPr lang="en-US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 – 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параметры, которые определяются по данным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F4149-3A1B-8003-8AB9-ED7BDD37DD99}"/>
              </a:ext>
            </a:extLst>
          </p:cNvPr>
          <p:cNvSpPr txBox="1"/>
          <p:nvPr/>
        </p:nvSpPr>
        <p:spPr>
          <a:xfrm>
            <a:off x="1593272" y="3962017"/>
            <a:ext cx="5957455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Какие семейства функций можно использовать?</a:t>
            </a:r>
          </a:p>
        </p:txBody>
      </p:sp>
    </p:spTree>
    <p:extLst>
      <p:ext uri="{BB962C8B-B14F-4D97-AF65-F5344CB8AC3E}">
        <p14:creationId xmlns:p14="http://schemas.microsoft.com/office/powerpoint/2010/main" val="1356831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7863B157-E099-E3F2-D82D-A693935BE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>
            <a:extLst>
              <a:ext uri="{FF2B5EF4-FFF2-40B4-BE49-F238E27FC236}">
                <a16:creationId xmlns:a16="http://schemas.microsoft.com/office/drawing/2014/main" id="{554EEA44-24A9-0906-817E-2EF2D1AE342F}"/>
              </a:ext>
            </a:extLst>
          </p:cNvPr>
          <p:cNvSpPr txBox="1"/>
          <p:nvPr/>
        </p:nvSpPr>
        <p:spPr>
          <a:xfrm>
            <a:off x="601545" y="1177183"/>
            <a:ext cx="8119091" cy="197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b="1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Линейные </a:t>
            </a:r>
            <a:r>
              <a:rPr lang="ru-RU" sz="1800" b="1" dirty="0">
                <a:latin typeface="Montserrat Medium"/>
                <a:ea typeface="Montserrat Medium"/>
                <a:cs typeface="Montserrat Medium"/>
                <a:sym typeface="Montserrat Medium"/>
              </a:rPr>
              <a:t>модели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Деревья решений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Ансамбли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Случайный лес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 err="1">
                <a:latin typeface="Montserrat Medium"/>
                <a:ea typeface="Montserrat Medium"/>
                <a:cs typeface="Montserrat Medium"/>
                <a:sym typeface="Montserrat Medium"/>
              </a:rPr>
              <a:t>Бустинг</a:t>
            </a: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DEA0F183-AC72-9D49-0F35-E0B47292F635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Модели машинного обучения</a:t>
            </a:r>
          </a:p>
        </p:txBody>
      </p:sp>
    </p:spTree>
    <p:extLst>
      <p:ext uri="{BB962C8B-B14F-4D97-AF65-F5344CB8AC3E}">
        <p14:creationId xmlns:p14="http://schemas.microsoft.com/office/powerpoint/2010/main" val="344008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9CD7ED78-6232-A773-13A2-2BEA3792E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174A001E-4014-8CF5-28F6-9833A61925A1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Линейные модели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C4E47C-F798-2CEE-BA74-EBF6E4836479}"/>
                  </a:ext>
                </a:extLst>
              </p:cNvPr>
              <p:cNvSpPr txBox="1"/>
              <p:nvPr/>
            </p:nvSpPr>
            <p:spPr>
              <a:xfrm>
                <a:off x="539999" y="2107048"/>
                <a:ext cx="7738838" cy="67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4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C4E47C-F798-2CEE-BA74-EBF6E4836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99" y="2107048"/>
                <a:ext cx="7738838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CF4E002-866D-234E-7E4D-1FB7DCB17F3A}"/>
              </a:ext>
            </a:extLst>
          </p:cNvPr>
          <p:cNvSpPr txBox="1"/>
          <p:nvPr/>
        </p:nvSpPr>
        <p:spPr>
          <a:xfrm>
            <a:off x="693791" y="3220473"/>
            <a:ext cx="7738838" cy="1178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y</a:t>
            </a:r>
            <a:r>
              <a:rPr lang="en-US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 – 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целевая переменная</a:t>
            </a:r>
          </a:p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(x</a:t>
            </a:r>
            <a:r>
              <a:rPr lang="en-US" sz="16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, x</a:t>
            </a:r>
            <a:r>
              <a:rPr lang="en-US" sz="16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 , … </a:t>
            </a:r>
            <a:r>
              <a:rPr lang="en-US" sz="1600" i="1" dirty="0" err="1">
                <a:latin typeface="Montserrat Medium"/>
                <a:ea typeface="Montserrat Medium"/>
                <a:cs typeface="Montserrat Medium"/>
                <a:sym typeface="Montserrat Medium"/>
              </a:rPr>
              <a:t>x</a:t>
            </a:r>
            <a:r>
              <a:rPr lang="en-US" sz="1600" i="1" baseline="-25000" dirty="0" err="1">
                <a:latin typeface="Montserrat Medium"/>
                <a:ea typeface="Montserrat Medium"/>
                <a:cs typeface="Montserrat Medium"/>
                <a:sym typeface="Montserrat Medium"/>
              </a:rPr>
              <a:t>n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) – 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вектор признаков (объект из набора данных)</a:t>
            </a:r>
          </a:p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(w</a:t>
            </a:r>
            <a:r>
              <a:rPr lang="en-US" sz="16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, w</a:t>
            </a:r>
            <a:r>
              <a:rPr lang="en-US" sz="16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 , … </a:t>
            </a:r>
            <a:r>
              <a:rPr lang="en-US" sz="1600" i="1" dirty="0" err="1">
                <a:latin typeface="Montserrat Medium"/>
                <a:ea typeface="Montserrat Medium"/>
                <a:cs typeface="Montserrat Medium"/>
                <a:sym typeface="Montserrat Medium"/>
              </a:rPr>
              <a:t>w</a:t>
            </a:r>
            <a:r>
              <a:rPr lang="en-US" sz="1600" i="1" baseline="-25000" dirty="0" err="1">
                <a:latin typeface="Montserrat Medium"/>
                <a:ea typeface="Montserrat Medium"/>
                <a:cs typeface="Montserrat Medium"/>
                <a:sym typeface="Montserrat Medium"/>
              </a:rPr>
              <a:t>n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– 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вектор параметров модели (веса)</a:t>
            </a:r>
            <a:endParaRPr lang="ru-RU" sz="1600" i="1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891346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1422B245-F933-73A0-97A3-ED71FD264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8" name="Google Shape;98;p18">
                <a:extLst>
                  <a:ext uri="{FF2B5EF4-FFF2-40B4-BE49-F238E27FC236}">
                    <a16:creationId xmlns:a16="http://schemas.microsoft.com/office/drawing/2014/main" id="{0F50D00B-5581-52AB-905F-BEC02893D39C}"/>
                  </a:ext>
                </a:extLst>
              </p:cNvPr>
              <p:cNvSpPr txBox="1"/>
              <p:nvPr/>
            </p:nvSpPr>
            <p:spPr>
              <a:xfrm>
                <a:off x="539999" y="1150807"/>
                <a:ext cx="8119091" cy="24863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457200" indent="-342900">
                  <a:lnSpc>
                    <a:spcPct val="115000"/>
                  </a:lnSpc>
                  <a:spcBef>
                    <a:spcPts val="1000"/>
                  </a:spcBef>
                  <a:buClr>
                    <a:srgbClr val="329BAC"/>
                  </a:buClr>
                  <a:buSzPts val="1800"/>
                  <a:buFont typeface="Montserrat Medium"/>
                  <a:buChar char="●"/>
                </a:pPr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𝕐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= 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ℝ</m:t>
                    </m:r>
                  </m:oMath>
                </a14:m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или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𝕐</m:t>
                    </m:r>
                    <m:r>
                      <a:rPr lang="ru-RU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= </m:t>
                    </m:r>
                    <m:sSup>
                      <m:sSupPr>
                        <m:ctrlPr>
                          <a:rPr lang="ru-RU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ontserrat Medium"/>
                          </a:rPr>
                        </m:ctrlPr>
                      </m:sSupPr>
                      <m:e>
                        <m: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Montserrat Medium"/>
                            <a:sym typeface="Montserrat Medium"/>
                          </a:rPr>
                          <m:t>ℝ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ontserrat Medium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–</a:t>
                </a:r>
                <a:r>
                  <a:rPr lang="en-US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</a:t>
                </a: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регрессия</a:t>
                </a:r>
              </a:p>
              <a:p>
                <a:pPr marL="914400" lvl="1" indent="-342900" algn="l" rtl="0">
                  <a:lnSpc>
                    <a:spcPct val="115000"/>
                  </a:lnSpc>
                  <a:spcAft>
                    <a:spcPts val="0"/>
                  </a:spcAft>
                  <a:buClr>
                    <a:srgbClr val="329BAC"/>
                  </a:buClr>
                  <a:buSzPts val="1800"/>
                  <a:buFont typeface="Montserrat Medium"/>
                  <a:buChar char="○"/>
                </a:pP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предсказание стоимости автомобиля, продолжительности поездки на каршеринге, количество посетителей ресторана, погода  </a:t>
                </a:r>
              </a:p>
              <a:p>
                <a:pPr marL="457200" indent="-342900">
                  <a:lnSpc>
                    <a:spcPct val="115000"/>
                  </a:lnSpc>
                  <a:spcBef>
                    <a:spcPts val="1000"/>
                  </a:spcBef>
                  <a:buClr>
                    <a:srgbClr val="329BAC"/>
                  </a:buClr>
                  <a:buSzPts val="1800"/>
                  <a:buFont typeface="Montserrat Medium"/>
                  <a:buChar char="●"/>
                </a:pPr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𝕐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=1, …,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𝐾</m:t>
                    </m:r>
                  </m:oMath>
                </a14:m>
                <a:r>
                  <a:rPr lang="en-US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</a:t>
                </a: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– классификация</a:t>
                </a:r>
              </a:p>
              <a:p>
                <a:pPr marL="914400" lvl="1" indent="-342900">
                  <a:lnSpc>
                    <a:spcPct val="115000"/>
                  </a:lnSpc>
                  <a:buClr>
                    <a:srgbClr val="329BAC"/>
                  </a:buClr>
                  <a:buSzPts val="1800"/>
                  <a:buFont typeface="Montserrat Medium"/>
                  <a:buChar char="○"/>
                </a:pP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распознавание объектов на изображениях, определение тематики текста</a:t>
                </a:r>
              </a:p>
            </p:txBody>
          </p:sp>
        </mc:Choice>
        <mc:Fallback xmlns="">
          <p:sp>
            <p:nvSpPr>
              <p:cNvPr id="98" name="Google Shape;98;p18">
                <a:extLst>
                  <a:ext uri="{FF2B5EF4-FFF2-40B4-BE49-F238E27FC236}">
                    <a16:creationId xmlns:a16="http://schemas.microsoft.com/office/drawing/2014/main" id="{0F50D00B-5581-52AB-905F-BEC02893D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99" y="1150807"/>
                <a:ext cx="8119091" cy="2486322"/>
              </a:xfrm>
              <a:prstGeom prst="rect">
                <a:avLst/>
              </a:prstGeom>
              <a:blipFill>
                <a:blip r:embed="rId3"/>
                <a:stretch>
                  <a:fillRect l="-225" r="-2329" b="-39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48DF4057-7180-6A33-7333-EB163092BF7C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Постановка задачи машинного обучения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426266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CEE01EDA-C7E2-7F06-E5AA-84C5519DB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9C6A58F3-7F91-DD2D-E146-1CC93488B819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Задача регрессии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A03B2A3-A676-2104-3FB6-E98306B54C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98"/>
          <a:stretch/>
        </p:blipFill>
        <p:spPr>
          <a:xfrm>
            <a:off x="2787261" y="1294228"/>
            <a:ext cx="3569477" cy="28742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D621F2-CD90-2BE1-550A-67B7D5CAC90F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https://education.yandex.ru/handbook/ml/article/mashinnoye-obucheniye</a:t>
            </a:r>
          </a:p>
        </p:txBody>
      </p:sp>
    </p:spTree>
    <p:extLst>
      <p:ext uri="{BB962C8B-B14F-4D97-AF65-F5344CB8AC3E}">
        <p14:creationId xmlns:p14="http://schemas.microsoft.com/office/powerpoint/2010/main" val="180174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4A2E4C5E-4A7F-8A3C-402D-F0923B7D0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A52DAD73-3B98-5EA8-2CBA-8C2578D6110F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Задача классификации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EE9C610-8676-1BCA-369B-BC221E92CF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04" r="12455"/>
          <a:stretch/>
        </p:blipFill>
        <p:spPr>
          <a:xfrm>
            <a:off x="857693" y="859008"/>
            <a:ext cx="7428614" cy="411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FACBD4-8C6B-9AE5-251A-F965ACD11313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https://education.yandex.ru/handbook/ml/article/mashinnoye-obucheniye</a:t>
            </a:r>
          </a:p>
        </p:txBody>
      </p:sp>
    </p:spTree>
    <p:extLst>
      <p:ext uri="{BB962C8B-B14F-4D97-AF65-F5344CB8AC3E}">
        <p14:creationId xmlns:p14="http://schemas.microsoft.com/office/powerpoint/2010/main" val="2433627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7ABC6F0F-3B33-1B3D-9544-5DBBBDE29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A35FB483-02D7-8392-EC0F-0BF26B72A153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Линейная регрессия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9A71D8-886F-91BC-B6E1-EE975FBBC0B3}"/>
                  </a:ext>
                </a:extLst>
              </p:cNvPr>
              <p:cNvSpPr txBox="1"/>
              <p:nvPr/>
            </p:nvSpPr>
            <p:spPr>
              <a:xfrm>
                <a:off x="409370" y="2129570"/>
                <a:ext cx="8549948" cy="67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ru-RU" sz="4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9A71D8-886F-91BC-B6E1-EE975FBBC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70" y="2129570"/>
                <a:ext cx="8549948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E847CBF-1CB5-8803-3197-F2D9BD659C7A}"/>
              </a:ext>
            </a:extLst>
          </p:cNvPr>
          <p:cNvSpPr txBox="1"/>
          <p:nvPr/>
        </p:nvSpPr>
        <p:spPr>
          <a:xfrm>
            <a:off x="693791" y="3220473"/>
            <a:ext cx="7738838" cy="1589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y</a:t>
            </a:r>
            <a:r>
              <a:rPr lang="en-US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 – 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целевая переменная</a:t>
            </a:r>
          </a:p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(x</a:t>
            </a:r>
            <a:r>
              <a:rPr lang="en-US" sz="16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, x</a:t>
            </a:r>
            <a:r>
              <a:rPr lang="en-US" sz="16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 , … </a:t>
            </a:r>
            <a:r>
              <a:rPr lang="en-US" sz="1600" i="1" dirty="0" err="1">
                <a:latin typeface="Montserrat Medium"/>
                <a:ea typeface="Montserrat Medium"/>
                <a:cs typeface="Montserrat Medium"/>
                <a:sym typeface="Montserrat Medium"/>
              </a:rPr>
              <a:t>x</a:t>
            </a:r>
            <a:r>
              <a:rPr lang="en-US" sz="1600" i="1" baseline="-25000" dirty="0" err="1">
                <a:latin typeface="Montserrat Medium"/>
                <a:ea typeface="Montserrat Medium"/>
                <a:cs typeface="Montserrat Medium"/>
                <a:sym typeface="Montserrat Medium"/>
              </a:rPr>
              <a:t>n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) – 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вектор признаков (объект из набора данных)</a:t>
            </a:r>
          </a:p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(w</a:t>
            </a:r>
            <a:r>
              <a:rPr lang="en-US" sz="16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, w</a:t>
            </a:r>
            <a:r>
              <a:rPr lang="en-US" sz="16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 , … </a:t>
            </a:r>
            <a:r>
              <a:rPr lang="en-US" sz="1600" i="1" dirty="0" err="1">
                <a:latin typeface="Montserrat Medium"/>
                <a:ea typeface="Montserrat Medium"/>
                <a:cs typeface="Montserrat Medium"/>
                <a:sym typeface="Montserrat Medium"/>
              </a:rPr>
              <a:t>w</a:t>
            </a:r>
            <a:r>
              <a:rPr lang="en-US" sz="1600" i="1" baseline="-25000" dirty="0" err="1">
                <a:latin typeface="Montserrat Medium"/>
                <a:ea typeface="Montserrat Medium"/>
                <a:cs typeface="Montserrat Medium"/>
                <a:sym typeface="Montserrat Medium"/>
              </a:rPr>
              <a:t>n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– 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вектор параметров модели (веса)</a:t>
            </a:r>
            <a:endParaRPr lang="en-US" sz="16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w</a:t>
            </a:r>
            <a:r>
              <a:rPr lang="en-US" sz="16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0 </a:t>
            </a:r>
            <a:r>
              <a:rPr lang="en-US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–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сдвиг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(bias)</a:t>
            </a:r>
            <a:endParaRPr lang="ru-RU" sz="16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44245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68C2AB7C-0302-4091-E546-6B2404C16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C80C515A-5A49-A629-6A5A-9E51C866A49F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Линейная регрессия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EB50F-46C6-16FB-1CB9-77C3FE4D2683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https://education.yandex.ru/handbook/ml/article/linear-models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C70FAE-08DB-3051-5EC3-2222C1535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287" y="846744"/>
            <a:ext cx="4409425" cy="376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545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1CF845F4-F4A3-580D-3E0E-4BFDAADE9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AE843205-7FAE-81F2-48D3-21285F6A3929}"/>
              </a:ext>
            </a:extLst>
          </p:cNvPr>
          <p:cNvSpPr txBox="1"/>
          <p:nvPr/>
        </p:nvSpPr>
        <p:spPr>
          <a:xfrm>
            <a:off x="539999" y="282510"/>
            <a:ext cx="8469321" cy="72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Можно ли применить линейную регрессию для классификации?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8F0C73-2D7F-C310-9355-7E1EFB62D2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04" r="12455"/>
          <a:stretch/>
        </p:blipFill>
        <p:spPr>
          <a:xfrm>
            <a:off x="857693" y="1002708"/>
            <a:ext cx="7169186" cy="3971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7E0E30-6CC1-5C8A-5699-0BBD93455821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https://education.yandex.ru/handbook/ml/article/mashinnoye-obucheniye</a:t>
            </a:r>
          </a:p>
        </p:txBody>
      </p:sp>
    </p:spTree>
    <p:extLst>
      <p:ext uri="{BB962C8B-B14F-4D97-AF65-F5344CB8AC3E}">
        <p14:creationId xmlns:p14="http://schemas.microsoft.com/office/powerpoint/2010/main" val="3191421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E7A0E6F2-9714-F3DD-CBD5-18D03B501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ADC72819-BDBD-840E-9050-1CA170D079DB}"/>
              </a:ext>
            </a:extLst>
          </p:cNvPr>
          <p:cNvSpPr txBox="1"/>
          <p:nvPr/>
        </p:nvSpPr>
        <p:spPr>
          <a:xfrm>
            <a:off x="539999" y="282510"/>
            <a:ext cx="8469321" cy="72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Можно ли применить линейную регрессию для классификации?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9FA477-8E64-E216-9EB0-485DE621C63A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https://education.yandex.ru/handbook/ml/article/mashinnoye-obucheniye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F19F558-45A2-F33F-6F17-527A4C995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736" y="1099222"/>
            <a:ext cx="6491403" cy="37617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3587" y="4338339"/>
            <a:ext cx="27443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6076948" y="4030562"/>
            <a:ext cx="186213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9A71D8-886F-91BC-B6E1-EE975FBBC0B3}"/>
                  </a:ext>
                </a:extLst>
              </p:cNvPr>
              <p:cNvSpPr txBox="1"/>
              <p:nvPr/>
            </p:nvSpPr>
            <p:spPr>
              <a:xfrm>
                <a:off x="1262224" y="4586083"/>
                <a:ext cx="7747096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ru-RU" sz="16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9A71D8-886F-91BC-B6E1-EE975FBBC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224" y="4586083"/>
                <a:ext cx="7747096" cy="246221"/>
              </a:xfrm>
              <a:prstGeom prst="rect">
                <a:avLst/>
              </a:prstGeom>
              <a:blipFill>
                <a:blip r:embed="rId4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Прямая соединительная линия 8"/>
          <p:cNvCxnSpPr/>
          <p:nvPr/>
        </p:nvCxnSpPr>
        <p:spPr>
          <a:xfrm>
            <a:off x="1158844" y="3159659"/>
            <a:ext cx="54592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20980" y="3407404"/>
            <a:ext cx="186213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y =f(z)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2093423" y="1780232"/>
            <a:ext cx="153701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3896590" y="3984589"/>
            <a:ext cx="153701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 flipH="1">
            <a:off x="3888463" y="4285822"/>
            <a:ext cx="190813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484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36EA6482-CD81-99DC-4CB2-8150DD23B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8" name="Google Shape;98;p18">
                <a:extLst>
                  <a:ext uri="{FF2B5EF4-FFF2-40B4-BE49-F238E27FC236}">
                    <a16:creationId xmlns:a16="http://schemas.microsoft.com/office/drawing/2014/main" id="{97FF5330-0D67-184E-DD05-AED207BDC349}"/>
                  </a:ext>
                </a:extLst>
              </p:cNvPr>
              <p:cNvSpPr txBox="1"/>
              <p:nvPr/>
            </p:nvSpPr>
            <p:spPr>
              <a:xfrm>
                <a:off x="539999" y="1150807"/>
                <a:ext cx="8119091" cy="37226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457200" lvl="0" indent="-342900" algn="l" rtl="0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329BAC"/>
                  </a:buClr>
                  <a:buSzPts val="1800"/>
                  <a:buFont typeface="Montserrat Medium"/>
                  <a:buChar char="●"/>
                </a:pP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Представляем задачу бинарной классификации как задачу предсказания вероятности</a:t>
                </a:r>
              </a:p>
              <a:p>
                <a:pPr marL="457200" lvl="0" indent="-342900" algn="l" rtl="0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329BAC"/>
                  </a:buClr>
                  <a:buSzPts val="1800"/>
                  <a:buFont typeface="Montserrat Medium"/>
                  <a:buChar char="●"/>
                </a:pP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Решаем задачу классификации за два шага</a:t>
                </a:r>
              </a:p>
              <a:p>
                <a:pPr marL="914400" lvl="1" indent="-342900">
                  <a:lnSpc>
                    <a:spcPct val="115000"/>
                  </a:lnSpc>
                  <a:buClr>
                    <a:srgbClr val="329BAC"/>
                  </a:buClr>
                  <a:buSzPts val="1800"/>
                  <a:buFont typeface="Montserrat Medium"/>
                  <a:buChar char="○"/>
                </a:pP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Учим модель предсказывать какой-то объект, связанный с классом, но в </a:t>
                </a:r>
                <a:r>
                  <a:rPr lang="ru-RU" sz="1800" dirty="0">
                    <a:latin typeface="Montserrat Medium"/>
                    <a:sym typeface="Montserrat Medium"/>
                  </a:rPr>
                  <a:t>диапазоне </a:t>
                </a:r>
                <a:r>
                  <a:rPr lang="ru-RU" sz="1800" dirty="0">
                    <a:latin typeface="Montserrat Medium"/>
                  </a:rPr>
                  <a:t>(−∞,+∞). </a:t>
                </a:r>
                <a:br>
                  <a:rPr lang="ru-RU" sz="1800" dirty="0">
                    <a:latin typeface="Montserrat Medium"/>
                  </a:rPr>
                </a:br>
                <a:r>
                  <a:rPr lang="ru-RU" sz="1800" dirty="0">
                    <a:latin typeface="Montserrat Medium"/>
                  </a:rPr>
                  <a:t>Пример – логарифм отношения вероятности положительного события к отрицательному</a:t>
                </a:r>
              </a:p>
              <a:p>
                <a:pPr marL="571500" lvl="1">
                  <a:lnSpc>
                    <a:spcPct val="115000"/>
                  </a:lnSpc>
                  <a:buClr>
                    <a:srgbClr val="329BAC"/>
                  </a:buClr>
                  <a:buSzPts val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ru-RU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  <m:r>
                            <a:rPr lang="ru-RU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ru-RU" sz="1800" dirty="0">
                  <a:latin typeface="Montserrat Medium"/>
                </a:endParaRPr>
              </a:p>
              <a:p>
                <a:pPr marL="914400" lvl="1" indent="-342900">
                  <a:lnSpc>
                    <a:spcPct val="115000"/>
                  </a:lnSpc>
                  <a:buClr>
                    <a:srgbClr val="329BAC"/>
                  </a:buClr>
                  <a:buSzPts val="1800"/>
                  <a:buFont typeface="Montserrat Medium"/>
                  <a:buChar char="○"/>
                </a:pP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Преобразуем значения в диапазон </a:t>
                </a:r>
                <a:r>
                  <a:rPr lang="en-US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[0, 1]</a:t>
                </a:r>
                <a:endParaRPr lang="ru-RU" sz="1800" dirty="0"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  <a:p>
                <a:pPr marL="914400" lvl="1" indent="-342900" algn="l" rtl="0">
                  <a:lnSpc>
                    <a:spcPct val="115000"/>
                  </a:lnSpc>
                  <a:spcAft>
                    <a:spcPts val="0"/>
                  </a:spcAft>
                  <a:buClr>
                    <a:srgbClr val="329BAC"/>
                  </a:buClr>
                  <a:buSzPts val="1800"/>
                  <a:buFont typeface="Montserrat Medium"/>
                  <a:buChar char="○"/>
                </a:pPr>
                <a:endParaRPr lang="ru-RU" sz="1800" dirty="0"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mc:Choice>
        <mc:Fallback xmlns="">
          <p:sp>
            <p:nvSpPr>
              <p:cNvPr id="98" name="Google Shape;98;p18">
                <a:extLst>
                  <a:ext uri="{FF2B5EF4-FFF2-40B4-BE49-F238E27FC236}">
                    <a16:creationId xmlns:a16="http://schemas.microsoft.com/office/drawing/2014/main" id="{97FF5330-0D67-184E-DD05-AED207BDC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99" y="1150807"/>
                <a:ext cx="8119091" cy="3722622"/>
              </a:xfrm>
              <a:prstGeom prst="rect">
                <a:avLst/>
              </a:prstGeom>
              <a:blipFill>
                <a:blip r:embed="rId3"/>
                <a:stretch>
                  <a:fillRect l="-225" r="-18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DB171AFD-6933-D552-5581-A9CB5D2C4F81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Логистическая регрессия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4219063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5E7C00C4-9BF2-EB0A-FFED-14E6683CC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8" name="Google Shape;98;p18">
                <a:extLst>
                  <a:ext uri="{FF2B5EF4-FFF2-40B4-BE49-F238E27FC236}">
                    <a16:creationId xmlns:a16="http://schemas.microsoft.com/office/drawing/2014/main" id="{4D48AF0C-9A10-B1B7-D807-E855124751F4}"/>
                  </a:ext>
                </a:extLst>
              </p:cNvPr>
              <p:cNvSpPr txBox="1"/>
              <p:nvPr/>
            </p:nvSpPr>
            <p:spPr>
              <a:xfrm>
                <a:off x="539999" y="1150807"/>
                <a:ext cx="8119091" cy="1363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457200" lvl="0" indent="-342900" algn="l" rtl="0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329BAC"/>
                  </a:buClr>
                  <a:buSzPts val="1800"/>
                  <a:buFont typeface="Montserrat Medium"/>
                  <a:buChar char="●"/>
                </a:pPr>
                <a:r>
                  <a:rPr lang="ru-RU" sz="1800" dirty="0" smtClean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Логистическая функция</a:t>
                </a:r>
                <a:r>
                  <a:rPr lang="en-US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(</a:t>
                </a:r>
                <a:r>
                  <a:rPr lang="ru-RU" sz="1800" dirty="0" err="1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сигмоида</a:t>
                </a: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)</a:t>
                </a:r>
              </a:p>
              <a:p>
                <a:pPr marL="571500" lvl="1">
                  <a:lnSpc>
                    <a:spcPct val="115000"/>
                  </a:lnSpc>
                  <a:buClr>
                    <a:srgbClr val="329BAC"/>
                  </a:buClr>
                  <a:buSzPts val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l-G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ru-RU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ru-RU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fName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ru-RU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</m:oMath>
                  </m:oMathPara>
                </a14:m>
                <a:endParaRPr lang="ru-RU" sz="1800" dirty="0">
                  <a:latin typeface="Montserrat Medium"/>
                </a:endParaRPr>
              </a:p>
              <a:p>
                <a:pPr marL="914400" lvl="1" indent="-342900" algn="l" rtl="0">
                  <a:lnSpc>
                    <a:spcPct val="115000"/>
                  </a:lnSpc>
                  <a:spcAft>
                    <a:spcPts val="0"/>
                  </a:spcAft>
                  <a:buClr>
                    <a:srgbClr val="329BAC"/>
                  </a:buClr>
                  <a:buSzPts val="1800"/>
                  <a:buFont typeface="Montserrat Medium"/>
                  <a:buChar char="○"/>
                </a:pPr>
                <a:endParaRPr lang="ru-RU" sz="1800" dirty="0"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mc:Choice>
        <mc:Fallback>
          <p:sp>
            <p:nvSpPr>
              <p:cNvPr id="98" name="Google Shape;98;p18">
                <a:extLst>
                  <a:ext uri="{FF2B5EF4-FFF2-40B4-BE49-F238E27FC236}">
                    <a16:creationId xmlns:a16="http://schemas.microsoft.com/office/drawing/2014/main" id="{4D48AF0C-9A10-B1B7-D807-E85512475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99" y="1150807"/>
                <a:ext cx="8119091" cy="1363771"/>
              </a:xfrm>
              <a:prstGeom prst="rect">
                <a:avLst/>
              </a:prstGeom>
              <a:blipFill>
                <a:blip r:embed="rId3"/>
                <a:stretch>
                  <a:fillRect l="-2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F6C11CE7-C868-3504-EB20-934080FD7110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Логистическая регрессия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17D06B8-588F-BD3A-EFF7-17E5068265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356"/>
          <a:stretch/>
        </p:blipFill>
        <p:spPr bwMode="auto">
          <a:xfrm>
            <a:off x="2634712" y="2266121"/>
            <a:ext cx="3711844" cy="27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единительная линия 3"/>
          <p:cNvCxnSpPr/>
          <p:nvPr/>
        </p:nvCxnSpPr>
        <p:spPr>
          <a:xfrm flipV="1">
            <a:off x="4533900" y="2552701"/>
            <a:ext cx="4763" cy="2209799"/>
          </a:xfrm>
          <a:prstGeom prst="line">
            <a:avLst/>
          </a:prstGeom>
          <a:ln w="6350">
            <a:solidFill>
              <a:srgbClr val="7030A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3781426" y="4767263"/>
            <a:ext cx="757237" cy="0"/>
          </a:xfrm>
          <a:prstGeom prst="line">
            <a:avLst/>
          </a:prstGeom>
          <a:ln w="6350">
            <a:solidFill>
              <a:srgbClr val="7030A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4531519" y="2552700"/>
            <a:ext cx="795337" cy="0"/>
          </a:xfrm>
          <a:prstGeom prst="line">
            <a:avLst/>
          </a:prstGeom>
          <a:ln w="6350">
            <a:solidFill>
              <a:srgbClr val="7030A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92850" y="4845050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z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2360278" y="2552700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2538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5E7C00C4-9BF2-EB0A-FFED-14E6683CC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8" name="Google Shape;98;p18">
                <a:extLst>
                  <a:ext uri="{FF2B5EF4-FFF2-40B4-BE49-F238E27FC236}">
                    <a16:creationId xmlns:a16="http://schemas.microsoft.com/office/drawing/2014/main" id="{4D48AF0C-9A10-B1B7-D807-E855124751F4}"/>
                  </a:ext>
                </a:extLst>
              </p:cNvPr>
              <p:cNvSpPr txBox="1"/>
              <p:nvPr/>
            </p:nvSpPr>
            <p:spPr>
              <a:xfrm>
                <a:off x="539999" y="1150807"/>
                <a:ext cx="8119091" cy="14966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457200" lvl="0" indent="-342900" algn="l" rtl="0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329BAC"/>
                  </a:buClr>
                  <a:buSzPts val="1800"/>
                  <a:buFont typeface="Montserrat Medium"/>
                  <a:buChar char="●"/>
                </a:pPr>
                <a:r>
                  <a:rPr lang="ru-RU" sz="1800" dirty="0" smtClean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Логистическая функция</a:t>
                </a:r>
                <a:r>
                  <a:rPr lang="en-US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(</a:t>
                </a:r>
                <a:r>
                  <a:rPr lang="ru-RU" sz="1800" dirty="0" err="1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сигмоида</a:t>
                </a: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)</a:t>
                </a:r>
              </a:p>
              <a:p>
                <a:pPr marL="571500" lvl="1">
                  <a:lnSpc>
                    <a:spcPct val="115000"/>
                  </a:lnSpc>
                  <a:buClr>
                    <a:srgbClr val="329BAC"/>
                  </a:buClr>
                  <a:buSzPts val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𝑠𝑜𝑓𝑡𝑚𝑎𝑥</m:t>
                          </m:r>
                          <m:r>
                            <a:rPr lang="ru-RU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ru-RU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fName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p>
                                  </m:sSup>
                                </m:num>
                                <m:den>
                                  <m:nary>
                                    <m:naryPr>
                                      <m:chr m:val="∑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sup>
                                      </m:sSup>
                                    </m:e>
                                  </m:nary>
                                </m:den>
                              </m:f>
                            </m:e>
                          </m:func>
                        </m:e>
                      </m:func>
                    </m:oMath>
                  </m:oMathPara>
                </a14:m>
                <a:endParaRPr lang="ru-RU" sz="1800" dirty="0">
                  <a:latin typeface="Montserrat Medium"/>
                </a:endParaRPr>
              </a:p>
              <a:p>
                <a:pPr marL="914400" lvl="1" indent="-342900" algn="l" rtl="0">
                  <a:lnSpc>
                    <a:spcPct val="115000"/>
                  </a:lnSpc>
                  <a:spcAft>
                    <a:spcPts val="0"/>
                  </a:spcAft>
                  <a:buClr>
                    <a:srgbClr val="329BAC"/>
                  </a:buClr>
                  <a:buSzPts val="1800"/>
                  <a:buFont typeface="Montserrat Medium"/>
                  <a:buChar char="○"/>
                </a:pPr>
                <a:endParaRPr lang="ru-RU" sz="1800" dirty="0"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mc:Choice>
        <mc:Fallback>
          <p:sp>
            <p:nvSpPr>
              <p:cNvPr id="98" name="Google Shape;98;p18">
                <a:extLst>
                  <a:ext uri="{FF2B5EF4-FFF2-40B4-BE49-F238E27FC236}">
                    <a16:creationId xmlns:a16="http://schemas.microsoft.com/office/drawing/2014/main" id="{4D48AF0C-9A10-B1B7-D807-E85512475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99" y="1150807"/>
                <a:ext cx="8119091" cy="1496692"/>
              </a:xfrm>
              <a:prstGeom prst="rect">
                <a:avLst/>
              </a:prstGeom>
              <a:blipFill>
                <a:blip r:embed="rId3"/>
                <a:stretch>
                  <a:fillRect l="-2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F6C11CE7-C868-3504-EB20-934080FD7110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 err="1" smtClean="0">
                <a:latin typeface="Montserrat ExtraBold"/>
                <a:ea typeface="Montserrat ExtraBold"/>
                <a:cs typeface="Montserrat ExtraBold"/>
                <a:sym typeface="Montserrat ExtraBold"/>
              </a:rPr>
              <a:t>Многоклассовая</a:t>
            </a:r>
            <a:r>
              <a:rPr lang="ru-RU" sz="2600" b="0" i="0" u="none" strike="noStrike" cap="none" dirty="0" smtClean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регрессия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17D06B8-588F-BD3A-EFF7-17E5068265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356"/>
          <a:stretch/>
        </p:blipFill>
        <p:spPr bwMode="auto">
          <a:xfrm>
            <a:off x="2634712" y="2266121"/>
            <a:ext cx="3711844" cy="27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единительная линия 3"/>
          <p:cNvCxnSpPr/>
          <p:nvPr/>
        </p:nvCxnSpPr>
        <p:spPr>
          <a:xfrm flipV="1">
            <a:off x="4533900" y="2552701"/>
            <a:ext cx="4763" cy="2209799"/>
          </a:xfrm>
          <a:prstGeom prst="line">
            <a:avLst/>
          </a:prstGeom>
          <a:ln w="6350">
            <a:solidFill>
              <a:srgbClr val="7030A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3781426" y="4767263"/>
            <a:ext cx="757237" cy="0"/>
          </a:xfrm>
          <a:prstGeom prst="line">
            <a:avLst/>
          </a:prstGeom>
          <a:ln w="6350">
            <a:solidFill>
              <a:srgbClr val="7030A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4531519" y="2552700"/>
            <a:ext cx="795337" cy="0"/>
          </a:xfrm>
          <a:prstGeom prst="line">
            <a:avLst/>
          </a:prstGeom>
          <a:ln w="6350">
            <a:solidFill>
              <a:srgbClr val="7030A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92850" y="4845050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z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2360278" y="2552700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</a:t>
            </a:r>
            <a:endParaRPr lang="ru-RU" dirty="0"/>
          </a:p>
        </p:txBody>
      </p:sp>
      <p:pic>
        <p:nvPicPr>
          <p:cNvPr id="1026" name="Picture 2" descr="Understanding the Softmax Activation Function: A Comprehensive Guid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064" y="2284081"/>
            <a:ext cx="4507959" cy="274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102927" y="305620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6102927" y="338193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129971" y="372690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6305922" y="2762644"/>
            <a:ext cx="6463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класс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405438" y="3363979"/>
            <a:ext cx="1024629" cy="3257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7011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76CECCF2-7342-EC4C-EE76-00D6AB93F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A3A06700-D45B-0DE0-5F25-130D1F9A80DD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Логистическая регрессия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E7879A-4F8B-1526-4D27-79A7D5098C04}"/>
                  </a:ext>
                </a:extLst>
              </p:cNvPr>
              <p:cNvSpPr txBox="1"/>
              <p:nvPr/>
            </p:nvSpPr>
            <p:spPr>
              <a:xfrm>
                <a:off x="539998" y="2107048"/>
                <a:ext cx="8092557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ru-RU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E7879A-4F8B-1526-4D27-79A7D5098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98" y="2107048"/>
                <a:ext cx="8092557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1BB3100-B3E7-D7D0-046A-10C961279FC6}"/>
              </a:ext>
            </a:extLst>
          </p:cNvPr>
          <p:cNvSpPr txBox="1"/>
          <p:nvPr/>
        </p:nvSpPr>
        <p:spPr>
          <a:xfrm>
            <a:off x="702581" y="3047945"/>
            <a:ext cx="7738838" cy="200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y</a:t>
            </a:r>
            <a:r>
              <a:rPr lang="en-US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 – 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целевая переменная</a:t>
            </a:r>
          </a:p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(x</a:t>
            </a:r>
            <a:r>
              <a:rPr lang="en-US" sz="16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, x</a:t>
            </a:r>
            <a:r>
              <a:rPr lang="en-US" sz="16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 , … </a:t>
            </a:r>
            <a:r>
              <a:rPr lang="en-US" sz="1600" i="1" dirty="0" err="1">
                <a:latin typeface="Montserrat Medium"/>
                <a:ea typeface="Montserrat Medium"/>
                <a:cs typeface="Montserrat Medium"/>
                <a:sym typeface="Montserrat Medium"/>
              </a:rPr>
              <a:t>x</a:t>
            </a:r>
            <a:r>
              <a:rPr lang="en-US" sz="1600" i="1" baseline="-25000" dirty="0" err="1">
                <a:latin typeface="Montserrat Medium"/>
                <a:ea typeface="Montserrat Medium"/>
                <a:cs typeface="Montserrat Medium"/>
                <a:sym typeface="Montserrat Medium"/>
              </a:rPr>
              <a:t>n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) – 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вектор признаков (объект из набора данных)</a:t>
            </a:r>
          </a:p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(w</a:t>
            </a:r>
            <a:r>
              <a:rPr lang="en-US" sz="16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, w</a:t>
            </a:r>
            <a:r>
              <a:rPr lang="en-US" sz="16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 , … </a:t>
            </a:r>
            <a:r>
              <a:rPr lang="en-US" sz="1600" i="1" dirty="0" err="1">
                <a:latin typeface="Montserrat Medium"/>
                <a:ea typeface="Montserrat Medium"/>
                <a:cs typeface="Montserrat Medium"/>
                <a:sym typeface="Montserrat Medium"/>
              </a:rPr>
              <a:t>w</a:t>
            </a:r>
            <a:r>
              <a:rPr lang="en-US" sz="1600" i="1" baseline="-25000" dirty="0" err="1">
                <a:latin typeface="Montserrat Medium"/>
                <a:ea typeface="Montserrat Medium"/>
                <a:cs typeface="Montserrat Medium"/>
                <a:sym typeface="Montserrat Medium"/>
              </a:rPr>
              <a:t>n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– 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вектор параметров модели (веса)</a:t>
            </a:r>
            <a:endParaRPr lang="en-US" sz="16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w</a:t>
            </a:r>
            <a:r>
              <a:rPr lang="en-US" sz="16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0 </a:t>
            </a:r>
            <a:r>
              <a:rPr lang="en-US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–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сдвиг</a:t>
            </a:r>
          </a:p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ru-RU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𝜎 – 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логистическая функция</a:t>
            </a:r>
            <a:endParaRPr lang="ru-RU" sz="1600" i="1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516897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B52C7A59-2BEF-153C-095D-70D0014A9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7D9855A8-D464-DE5B-2225-0F4229C263F0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Логистическая регрессия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" name="Google Shape;98;p18">
            <a:extLst>
              <a:ext uri="{FF2B5EF4-FFF2-40B4-BE49-F238E27FC236}">
                <a16:creationId xmlns:a16="http://schemas.microsoft.com/office/drawing/2014/main" id="{A50B16C0-0049-6C17-30D3-3578CE6BFD85}"/>
              </a:ext>
            </a:extLst>
          </p:cNvPr>
          <p:cNvSpPr txBox="1"/>
          <p:nvPr/>
        </p:nvSpPr>
        <p:spPr>
          <a:xfrm>
            <a:off x="539999" y="1150807"/>
            <a:ext cx="8119091" cy="1402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Почему логистическая регрессия, а не логистическая классификация?</a:t>
            </a:r>
          </a:p>
          <a:p>
            <a:pPr marL="571500" lvl="1">
              <a:lnSpc>
                <a:spcPct val="115000"/>
              </a:lnSpc>
              <a:buClr>
                <a:srgbClr val="329BAC"/>
              </a:buClr>
              <a:buSzPts val="1800"/>
            </a:pPr>
            <a:endParaRPr lang="ru-RU" sz="1800" dirty="0">
              <a:latin typeface="Montserrat Medium"/>
            </a:endParaRP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10800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CBC9E862-D393-9132-438B-206763F39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B5538B61-724E-9C31-7440-504EAEEAC1B0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Логистическая регрессия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" name="Google Shape;98;p18">
            <a:extLst>
              <a:ext uri="{FF2B5EF4-FFF2-40B4-BE49-F238E27FC236}">
                <a16:creationId xmlns:a16="http://schemas.microsoft.com/office/drawing/2014/main" id="{75F75733-B01B-76E8-CA3E-02EA3E806864}"/>
              </a:ext>
            </a:extLst>
          </p:cNvPr>
          <p:cNvSpPr txBox="1"/>
          <p:nvPr/>
        </p:nvSpPr>
        <p:spPr>
          <a:xfrm>
            <a:off x="539999" y="1150807"/>
            <a:ext cx="8119091" cy="203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Почему логистическая регрессия, а не логистическая классификация?</a:t>
            </a:r>
          </a:p>
          <a:p>
            <a:pPr marL="914400" lvl="1" indent="-342900">
              <a:lnSpc>
                <a:spcPct val="115000"/>
              </a:lnSpc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Предсказываются не номера классов 0 или 1, а значения вероятности в диапазоне </a:t>
            </a:r>
            <a:r>
              <a:rPr lang="en-US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[0, 1].</a:t>
            </a: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571500" lvl="1">
              <a:lnSpc>
                <a:spcPct val="115000"/>
              </a:lnSpc>
              <a:buClr>
                <a:srgbClr val="329BAC"/>
              </a:buClr>
              <a:buSzPts val="1800"/>
            </a:pPr>
            <a:endParaRPr lang="ru-RU" sz="1800" dirty="0">
              <a:latin typeface="Montserrat Medium"/>
            </a:endParaRP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4175114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54DEF3D3-DF7F-5D05-1ED5-616D417BF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2194DF75-1643-00F0-D204-29C504610E23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Логистическая регрессия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" name="Google Shape;98;p18">
            <a:extLst>
              <a:ext uri="{FF2B5EF4-FFF2-40B4-BE49-F238E27FC236}">
                <a16:creationId xmlns:a16="http://schemas.microsoft.com/office/drawing/2014/main" id="{8AD0F743-99D9-DE0C-A017-516D375700D1}"/>
              </a:ext>
            </a:extLst>
          </p:cNvPr>
          <p:cNvSpPr txBox="1"/>
          <p:nvPr/>
        </p:nvSpPr>
        <p:spPr>
          <a:xfrm>
            <a:off x="539999" y="1150807"/>
            <a:ext cx="8119091" cy="2167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Почему логистическая регрессия, а не логистическая классификация?</a:t>
            </a:r>
          </a:p>
          <a:p>
            <a:pPr marL="914400" lvl="1" indent="-342900">
              <a:lnSpc>
                <a:spcPct val="115000"/>
              </a:lnSpc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Предсказываются не номера классов 0 или 1, а значения вероятности в диапазоне </a:t>
            </a:r>
            <a:r>
              <a:rPr lang="en-US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[0, 1].</a:t>
            </a: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Как получить номер класса?</a:t>
            </a:r>
          </a:p>
          <a:p>
            <a:pPr marL="571500" lvl="1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</a:pP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787531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A1A8C28E-72BC-E54E-9323-CAC00FAC4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CD79F64E-CB70-4E46-4CD3-BB14BCF286C3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Логистическая регрессия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" name="Google Shape;98;p18">
            <a:extLst>
              <a:ext uri="{FF2B5EF4-FFF2-40B4-BE49-F238E27FC236}">
                <a16:creationId xmlns:a16="http://schemas.microsoft.com/office/drawing/2014/main" id="{99CE094A-943A-5B2C-1D52-32D218E054F1}"/>
              </a:ext>
            </a:extLst>
          </p:cNvPr>
          <p:cNvSpPr txBox="1"/>
          <p:nvPr/>
        </p:nvSpPr>
        <p:spPr>
          <a:xfrm>
            <a:off x="539999" y="1150807"/>
            <a:ext cx="8119091" cy="3760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Почему логистическая регрессия, а не логистическая классификация?</a:t>
            </a:r>
          </a:p>
          <a:p>
            <a:pPr marL="914400" lvl="1" indent="-342900">
              <a:lnSpc>
                <a:spcPct val="115000"/>
              </a:lnSpc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Предсказываются не номера классов 0 или 1, а значения вероятности в диапазоне </a:t>
            </a:r>
            <a:r>
              <a:rPr lang="en-US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[0, 1].</a:t>
            </a: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Как получить номер класса?</a:t>
            </a:r>
          </a:p>
          <a:p>
            <a:pPr marL="914400" lvl="1" indent="-342900">
              <a:lnSpc>
                <a:spcPct val="115000"/>
              </a:lnSpc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Выбрать порог (</a:t>
            </a:r>
            <a:r>
              <a:rPr lang="en-US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threshold). </a:t>
            </a: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>
              <a:lnSpc>
                <a:spcPct val="115000"/>
              </a:lnSpc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Все, что выше или равно порогу: 1</a:t>
            </a:r>
          </a:p>
          <a:p>
            <a:pPr marL="914400" lvl="1" indent="-342900">
              <a:lnSpc>
                <a:spcPct val="115000"/>
              </a:lnSpc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Все, что ниже порога: 0</a:t>
            </a:r>
          </a:p>
          <a:p>
            <a:pPr marL="914400" lvl="1" indent="-342900">
              <a:lnSpc>
                <a:spcPct val="115000"/>
              </a:lnSpc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Часто используют порог 0.5, но это не всегда хорошо работает</a:t>
            </a:r>
          </a:p>
          <a:p>
            <a:pPr marL="571500" lvl="1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</a:pP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1411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34CBF01B-5E77-20E0-B3FC-ED35559DA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>
            <a:extLst>
              <a:ext uri="{FF2B5EF4-FFF2-40B4-BE49-F238E27FC236}">
                <a16:creationId xmlns:a16="http://schemas.microsoft.com/office/drawing/2014/main" id="{132A08F7-262E-4522-D105-C313667C6534}"/>
              </a:ext>
            </a:extLst>
          </p:cNvPr>
          <p:cNvSpPr txBox="1"/>
          <p:nvPr/>
        </p:nvSpPr>
        <p:spPr>
          <a:xfrm>
            <a:off x="539999" y="1150807"/>
            <a:ext cx="8119091" cy="197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Линейные модели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b="1" dirty="0">
                <a:latin typeface="Montserrat Medium"/>
                <a:ea typeface="Montserrat Medium"/>
                <a:cs typeface="Montserrat Medium"/>
                <a:sym typeface="Montserrat Medium"/>
              </a:rPr>
              <a:t>Деревья решений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Ансамбли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Случайный лес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 err="1">
                <a:latin typeface="Montserrat Medium"/>
                <a:ea typeface="Montserrat Medium"/>
                <a:cs typeface="Montserrat Medium"/>
                <a:sym typeface="Montserrat Medium"/>
              </a:rPr>
              <a:t>Бустинг</a:t>
            </a: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B0A2A30E-DF7F-9DCF-DC64-009494C26BBA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Модели машинного обучения</a:t>
            </a:r>
          </a:p>
        </p:txBody>
      </p:sp>
      <p:pic>
        <p:nvPicPr>
          <p:cNvPr id="5" name="Picture 2" descr="Solving XOR problem with a multilayer perceptr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1510" y="720099"/>
            <a:ext cx="5334000" cy="4000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1312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" y="66"/>
            <a:ext cx="9138837" cy="5143368"/>
          </a:xfrm>
          <a:prstGeom prst="rect">
            <a:avLst/>
          </a:prstGeom>
        </p:spPr>
      </p:pic>
      <p:sp>
        <p:nvSpPr>
          <p:cNvPr id="30" name="object 4">
            <a:extLst>
              <a:ext uri="{FF2B5EF4-FFF2-40B4-BE49-F238E27FC236}">
                <a16:creationId xmlns:a16="http://schemas.microsoft.com/office/drawing/2014/main" id="{5CB473C5-59D5-41D0-9239-5C4F2B5184A0}"/>
              </a:ext>
            </a:extLst>
          </p:cNvPr>
          <p:cNvSpPr txBox="1"/>
          <p:nvPr/>
        </p:nvSpPr>
        <p:spPr>
          <a:xfrm>
            <a:off x="413303" y="457746"/>
            <a:ext cx="6651041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</a:rPr>
              <a:t>Дерево решений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5390F0A-EF0A-2F4E-996A-D7428F390E72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F0AB9CCD-C002-9044-8840-E9E27046CDB9}"/>
              </a:ext>
            </a:extLst>
          </p:cNvPr>
          <p:cNvSpPr txBox="1"/>
          <p:nvPr/>
        </p:nvSpPr>
        <p:spPr>
          <a:xfrm>
            <a:off x="933140" y="1185518"/>
            <a:ext cx="3916107" cy="261065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1637" b="1" dirty="0">
                <a:solidFill>
                  <a:srgbClr val="17B69C"/>
                </a:solidFill>
                <a:latin typeface="Montserrat SemiBold" pitchFamily="2" charset="77"/>
                <a:cs typeface="Times New Roman" panose="02020603050405020304" pitchFamily="18" charset="0"/>
              </a:rPr>
              <a:t>Воинская обязанность в России</a:t>
            </a:r>
            <a:endParaRPr lang="en-US" sz="1637" b="1" dirty="0">
              <a:solidFill>
                <a:srgbClr val="17B69C"/>
              </a:solidFill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DB1A63F9-AD05-2F45-B460-D28D005053A7}"/>
              </a:ext>
            </a:extLst>
          </p:cNvPr>
          <p:cNvSpPr/>
          <p:nvPr/>
        </p:nvSpPr>
        <p:spPr>
          <a:xfrm>
            <a:off x="3670949" y="1607065"/>
            <a:ext cx="1663479" cy="554493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Мужчина?</a:t>
            </a: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3B567C0-F9BA-F049-8B50-D0C26587A4F2}"/>
              </a:ext>
            </a:extLst>
          </p:cNvPr>
          <p:cNvSpPr/>
          <p:nvPr/>
        </p:nvSpPr>
        <p:spPr>
          <a:xfrm>
            <a:off x="1929693" y="2443449"/>
            <a:ext cx="2148659" cy="554493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Возраст </a:t>
            </a:r>
            <a: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&gt; </a:t>
            </a:r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30</a:t>
            </a:r>
            <a: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?</a:t>
            </a:r>
            <a:endParaRPr lang="ru-RU" sz="1819" dirty="0">
              <a:solidFill>
                <a:srgbClr val="0F316C"/>
              </a:solidFill>
              <a:latin typeface="IBM Plex Mono" panose="020B0509050203000203" pitchFamily="49" charset="-52"/>
              <a:cs typeface="Times New Roman" panose="02020603050405020304" pitchFamily="18" charset="0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63F0BF6B-8874-CC42-893C-D623D9E4F58A}"/>
              </a:ext>
            </a:extLst>
          </p:cNvPr>
          <p:cNvSpPr/>
          <p:nvPr/>
        </p:nvSpPr>
        <p:spPr>
          <a:xfrm>
            <a:off x="5334428" y="2443449"/>
            <a:ext cx="1663479" cy="554493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75000"/>
              </a:lnSpc>
            </a:pPr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Не идет в армию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E5E9179E-828D-E24A-B66C-5D22457AC91A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flipH="1">
            <a:off x="3004023" y="2161557"/>
            <a:ext cx="1498666" cy="281892"/>
          </a:xfrm>
          <a:prstGeom prst="straightConnector1">
            <a:avLst/>
          </a:prstGeom>
          <a:noFill/>
          <a:ln w="38100">
            <a:solidFill>
              <a:schemeClr val="tx2">
                <a:lumMod val="75000"/>
              </a:schemeClr>
            </a:solidFill>
            <a:tailEnd type="none" w="med" len="lg"/>
          </a:ln>
        </p:spPr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906645FD-3882-2943-BCBC-406B8CF28680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>
            <a:off x="4502688" y="2161557"/>
            <a:ext cx="1663479" cy="281892"/>
          </a:xfrm>
          <a:prstGeom prst="straightConnector1">
            <a:avLst/>
          </a:prstGeom>
          <a:noFill/>
          <a:ln w="38100">
            <a:solidFill>
              <a:schemeClr val="tx2">
                <a:lumMod val="75000"/>
              </a:schemeClr>
            </a:solidFill>
            <a:tailEnd type="none" w="med" len="lg"/>
          </a:ln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07942E4-DCE9-4340-837A-FC663C6F4115}"/>
              </a:ext>
            </a:extLst>
          </p:cNvPr>
          <p:cNvSpPr txBox="1"/>
          <p:nvPr/>
        </p:nvSpPr>
        <p:spPr>
          <a:xfrm>
            <a:off x="3073335" y="2017257"/>
            <a:ext cx="43795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Да</a:t>
            </a:r>
            <a:endParaRPr lang="ru-RU" sz="637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57523B-21F4-6B4A-A52F-5C1BEC1CA28A}"/>
              </a:ext>
            </a:extLst>
          </p:cNvPr>
          <p:cNvSpPr txBox="1"/>
          <p:nvPr/>
        </p:nvSpPr>
        <p:spPr>
          <a:xfrm>
            <a:off x="5575979" y="2046729"/>
            <a:ext cx="749853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Нет</a:t>
            </a:r>
            <a:endParaRPr lang="ru-RU" sz="637" dirty="0"/>
          </a:p>
        </p:txBody>
      </p:sp>
      <p:sp>
        <p:nvSpPr>
          <p:cNvPr id="33" name="Скругленный прямоугольник 32">
            <a:extLst>
              <a:ext uri="{FF2B5EF4-FFF2-40B4-BE49-F238E27FC236}">
                <a16:creationId xmlns:a16="http://schemas.microsoft.com/office/drawing/2014/main" id="{A62F0905-DC4A-E940-BB08-77BBD613DD0B}"/>
              </a:ext>
            </a:extLst>
          </p:cNvPr>
          <p:cNvSpPr/>
          <p:nvPr/>
        </p:nvSpPr>
        <p:spPr>
          <a:xfrm>
            <a:off x="961260" y="3282789"/>
            <a:ext cx="1663479" cy="554493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75000"/>
              </a:lnSpc>
            </a:pPr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Не идет в армию</a:t>
            </a:r>
          </a:p>
        </p:txBody>
      </p: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C17CE3F4-B5EE-334B-963F-35B7F708AE94}"/>
              </a:ext>
            </a:extLst>
          </p:cNvPr>
          <p:cNvCxnSpPr>
            <a:cxnSpLocks/>
            <a:endCxn id="33" idx="0"/>
          </p:cNvCxnSpPr>
          <p:nvPr/>
        </p:nvCxnSpPr>
        <p:spPr>
          <a:xfrm flipH="1">
            <a:off x="1792999" y="3004066"/>
            <a:ext cx="1211024" cy="278723"/>
          </a:xfrm>
          <a:prstGeom prst="straightConnector1">
            <a:avLst/>
          </a:prstGeom>
          <a:noFill/>
          <a:ln w="38100">
            <a:solidFill>
              <a:schemeClr val="tx2">
                <a:lumMod val="75000"/>
              </a:schemeClr>
            </a:solidFill>
            <a:tailEnd type="none" w="med" len="lg"/>
          </a:ln>
        </p:spPr>
      </p:cxnSp>
      <p:sp>
        <p:nvSpPr>
          <p:cNvPr id="46" name="Скругленный прямоугольник 45">
            <a:extLst>
              <a:ext uri="{FF2B5EF4-FFF2-40B4-BE49-F238E27FC236}">
                <a16:creationId xmlns:a16="http://schemas.microsoft.com/office/drawing/2014/main" id="{2FB2E521-E032-D74D-BB11-FF373E5C1FC6}"/>
              </a:ext>
            </a:extLst>
          </p:cNvPr>
          <p:cNvSpPr/>
          <p:nvPr/>
        </p:nvSpPr>
        <p:spPr>
          <a:xfrm>
            <a:off x="3364547" y="3288913"/>
            <a:ext cx="2039192" cy="554493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75000"/>
              </a:lnSpc>
            </a:pPr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Учится в университете?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DF03544-2A8A-F74E-A99B-33230A13581D}"/>
              </a:ext>
            </a:extLst>
          </p:cNvPr>
          <p:cNvSpPr txBox="1"/>
          <p:nvPr/>
        </p:nvSpPr>
        <p:spPr>
          <a:xfrm>
            <a:off x="1642371" y="2960611"/>
            <a:ext cx="43795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Да</a:t>
            </a:r>
            <a:endParaRPr lang="ru-RU" sz="637" dirty="0"/>
          </a:p>
        </p:txBody>
      </p: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FC178809-717A-B443-A318-DEC70008FA35}"/>
              </a:ext>
            </a:extLst>
          </p:cNvPr>
          <p:cNvCxnSpPr>
            <a:cxnSpLocks/>
            <a:stCxn id="46" idx="0"/>
            <a:endCxn id="15" idx="2"/>
          </p:cNvCxnSpPr>
          <p:nvPr/>
        </p:nvCxnSpPr>
        <p:spPr>
          <a:xfrm flipH="1" flipV="1">
            <a:off x="3004023" y="2997942"/>
            <a:ext cx="1380120" cy="290971"/>
          </a:xfrm>
          <a:prstGeom prst="straightConnector1">
            <a:avLst/>
          </a:prstGeom>
          <a:noFill/>
          <a:ln w="38100">
            <a:solidFill>
              <a:schemeClr val="tx2">
                <a:lumMod val="75000"/>
              </a:schemeClr>
            </a:solidFill>
            <a:tailEnd type="none" w="med" len="lg"/>
          </a:ln>
        </p:spPr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EC9E83B-0611-4441-B8D8-F941A80E9C61}"/>
              </a:ext>
            </a:extLst>
          </p:cNvPr>
          <p:cNvSpPr txBox="1"/>
          <p:nvPr/>
        </p:nvSpPr>
        <p:spPr>
          <a:xfrm>
            <a:off x="4003456" y="2947613"/>
            <a:ext cx="749853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Нет</a:t>
            </a:r>
            <a:endParaRPr lang="ru-RU" sz="637" dirty="0"/>
          </a:p>
        </p:txBody>
      </p:sp>
      <p:cxnSp>
        <p:nvCxnSpPr>
          <p:cNvPr id="53" name="Прямая со стрелкой 52">
            <a:extLst>
              <a:ext uri="{FF2B5EF4-FFF2-40B4-BE49-F238E27FC236}">
                <a16:creationId xmlns:a16="http://schemas.microsoft.com/office/drawing/2014/main" id="{BC690DFB-9268-E642-8654-4555349C23BF}"/>
              </a:ext>
            </a:extLst>
          </p:cNvPr>
          <p:cNvCxnSpPr>
            <a:cxnSpLocks/>
          </p:cNvCxnSpPr>
          <p:nvPr/>
        </p:nvCxnSpPr>
        <p:spPr>
          <a:xfrm flipH="1">
            <a:off x="3189090" y="3855418"/>
            <a:ext cx="1211024" cy="278723"/>
          </a:xfrm>
          <a:prstGeom prst="straightConnector1">
            <a:avLst/>
          </a:prstGeom>
          <a:noFill/>
          <a:ln w="38100">
            <a:solidFill>
              <a:schemeClr val="tx2">
                <a:lumMod val="75000"/>
              </a:schemeClr>
            </a:solidFill>
            <a:tailEnd type="none" w="med" len="lg"/>
          </a:ln>
        </p:spPr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9A9757C-CDF7-E64D-9378-60653A12933D}"/>
              </a:ext>
            </a:extLst>
          </p:cNvPr>
          <p:cNvSpPr txBox="1"/>
          <p:nvPr/>
        </p:nvSpPr>
        <p:spPr>
          <a:xfrm>
            <a:off x="3038462" y="3811962"/>
            <a:ext cx="43795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Да</a:t>
            </a:r>
            <a:endParaRPr lang="ru-RU" sz="637" dirty="0"/>
          </a:p>
        </p:txBody>
      </p: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46AEC8E8-CAD7-6A41-BF3C-635CDCF3D2AA}"/>
              </a:ext>
            </a:extLst>
          </p:cNvPr>
          <p:cNvCxnSpPr>
            <a:cxnSpLocks/>
          </p:cNvCxnSpPr>
          <p:nvPr/>
        </p:nvCxnSpPr>
        <p:spPr>
          <a:xfrm flipH="1" flipV="1">
            <a:off x="4400114" y="3849294"/>
            <a:ext cx="1380120" cy="290971"/>
          </a:xfrm>
          <a:prstGeom prst="straightConnector1">
            <a:avLst/>
          </a:prstGeom>
          <a:noFill/>
          <a:ln w="38100">
            <a:solidFill>
              <a:schemeClr val="tx2">
                <a:lumMod val="75000"/>
              </a:schemeClr>
            </a:solidFill>
            <a:tailEnd type="none" w="med" len="lg"/>
          </a:ln>
        </p:spPr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4117F9CC-7403-C44B-AC6F-0322A190754A}"/>
              </a:ext>
            </a:extLst>
          </p:cNvPr>
          <p:cNvSpPr txBox="1"/>
          <p:nvPr/>
        </p:nvSpPr>
        <p:spPr>
          <a:xfrm>
            <a:off x="5399546" y="3798965"/>
            <a:ext cx="749853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Нет</a:t>
            </a:r>
            <a:endParaRPr lang="ru-RU" sz="637" dirty="0"/>
          </a:p>
        </p:txBody>
      </p:sp>
      <p:sp>
        <p:nvSpPr>
          <p:cNvPr id="58" name="Скругленный прямоугольник 57">
            <a:extLst>
              <a:ext uri="{FF2B5EF4-FFF2-40B4-BE49-F238E27FC236}">
                <a16:creationId xmlns:a16="http://schemas.microsoft.com/office/drawing/2014/main" id="{4442BD1A-3966-0444-B574-32665A1F80EC}"/>
              </a:ext>
            </a:extLst>
          </p:cNvPr>
          <p:cNvSpPr/>
          <p:nvPr/>
        </p:nvSpPr>
        <p:spPr>
          <a:xfrm>
            <a:off x="2357350" y="4142176"/>
            <a:ext cx="1663479" cy="554493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75000"/>
              </a:lnSpc>
            </a:pPr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Не идет в армию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4E910971-E6B1-9540-A253-7D104AB0A295}"/>
              </a:ext>
            </a:extLst>
          </p:cNvPr>
          <p:cNvSpPr/>
          <p:nvPr/>
        </p:nvSpPr>
        <p:spPr>
          <a:xfrm>
            <a:off x="4760638" y="4146152"/>
            <a:ext cx="2039192" cy="554493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75000"/>
              </a:lnSpc>
            </a:pPr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Идет в армию</a:t>
            </a:r>
          </a:p>
        </p:txBody>
      </p:sp>
    </p:spTree>
    <p:extLst>
      <p:ext uri="{BB962C8B-B14F-4D97-AF65-F5344CB8AC3E}">
        <p14:creationId xmlns:p14="http://schemas.microsoft.com/office/powerpoint/2010/main" val="3101758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0"/>
            <a:ext cx="9138359" cy="51435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ABE7244-E379-42C4-A68B-161F48D195A3}"/>
              </a:ext>
            </a:extLst>
          </p:cNvPr>
          <p:cNvSpPr txBox="1"/>
          <p:nvPr/>
        </p:nvSpPr>
        <p:spPr>
          <a:xfrm>
            <a:off x="334851" y="3993207"/>
            <a:ext cx="3049711" cy="652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19" dirty="0">
                <a:latin typeface="IBM Plex Mono"/>
                <a:ea typeface="Verdana" panose="020B0604030504040204" pitchFamily="34" charset="0"/>
                <a:cs typeface="Times New Roman" panose="02020603050405020304" pitchFamily="18" charset="0"/>
              </a:rPr>
              <a:t>Ирис щетинистый</a:t>
            </a:r>
          </a:p>
          <a:p>
            <a:pPr algn="ctr"/>
            <a:r>
              <a:rPr lang="en" sz="1819" dirty="0">
                <a:latin typeface="IBM Plex Mono"/>
                <a:ea typeface="Verdana" panose="020B0604030504040204" pitchFamily="34" charset="0"/>
                <a:cs typeface="Times New Roman" panose="02020603050405020304" pitchFamily="18" charset="0"/>
              </a:rPr>
              <a:t>(Iris </a:t>
            </a:r>
            <a:r>
              <a:rPr lang="en" sz="1819" dirty="0" err="1">
                <a:latin typeface="IBM Plex Mono"/>
                <a:ea typeface="Verdana" panose="020B0604030504040204" pitchFamily="34" charset="0"/>
                <a:cs typeface="Times New Roman" panose="02020603050405020304" pitchFamily="18" charset="0"/>
              </a:rPr>
              <a:t>Setosa</a:t>
            </a:r>
            <a:r>
              <a:rPr lang="en" sz="1819" dirty="0">
                <a:latin typeface="IBM Plex Mono"/>
                <a:ea typeface="Verdana" panose="020B0604030504040204" pitchFamily="34" charset="0"/>
                <a:cs typeface="Times New Roman" panose="02020603050405020304" pitchFamily="18" charset="0"/>
              </a:rPr>
              <a:t>)</a:t>
            </a:r>
            <a:endParaRPr lang="ru-RU" sz="1819" dirty="0">
              <a:latin typeface="IBM Plex Mono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E4BE106-585E-334B-8FCD-8F954B4A6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545" y="1566732"/>
            <a:ext cx="1590323" cy="2121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9BF9864-14E8-F74B-9827-906EBBCEC0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71" r="9743"/>
          <a:stretch/>
        </p:blipFill>
        <p:spPr bwMode="auto">
          <a:xfrm>
            <a:off x="3582686" y="1566731"/>
            <a:ext cx="1906070" cy="2121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D06EDC9-FB8B-834D-8B7C-8A6F9E2FBAAE}"/>
              </a:ext>
            </a:extLst>
          </p:cNvPr>
          <p:cNvSpPr txBox="1"/>
          <p:nvPr/>
        </p:nvSpPr>
        <p:spPr>
          <a:xfrm>
            <a:off x="2972538" y="3988874"/>
            <a:ext cx="3049711" cy="652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19" dirty="0">
                <a:latin typeface="IBM Plex Mono"/>
                <a:ea typeface="Verdana" panose="020B0604030504040204" pitchFamily="34" charset="0"/>
                <a:cs typeface="Times New Roman" panose="02020603050405020304" pitchFamily="18" charset="0"/>
              </a:rPr>
              <a:t>Ирис разноцветный</a:t>
            </a:r>
          </a:p>
          <a:p>
            <a:pPr algn="ctr"/>
            <a:r>
              <a:rPr lang="en" sz="1819" dirty="0">
                <a:latin typeface="IBM Plex Mono"/>
                <a:ea typeface="Verdana" panose="020B0604030504040204" pitchFamily="34" charset="0"/>
                <a:cs typeface="Times New Roman" panose="02020603050405020304" pitchFamily="18" charset="0"/>
              </a:rPr>
              <a:t>(Iris </a:t>
            </a:r>
            <a:r>
              <a:rPr lang="en" sz="1819" dirty="0" err="1">
                <a:latin typeface="IBM Plex Mono"/>
                <a:ea typeface="Verdana" panose="020B0604030504040204" pitchFamily="34" charset="0"/>
                <a:cs typeface="Times New Roman" panose="02020603050405020304" pitchFamily="18" charset="0"/>
              </a:rPr>
              <a:t>Versicolour</a:t>
            </a:r>
            <a:r>
              <a:rPr lang="en" sz="1819" dirty="0">
                <a:latin typeface="IBM Plex Mono"/>
                <a:ea typeface="Verdana" panose="020B0604030504040204" pitchFamily="34" charset="0"/>
                <a:cs typeface="Times New Roman" panose="02020603050405020304" pitchFamily="18" charset="0"/>
              </a:rPr>
              <a:t>)</a:t>
            </a:r>
            <a:endParaRPr lang="ru-RU" sz="1819" dirty="0">
              <a:latin typeface="IBM Plex Mono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3151B9-983E-0448-B3D8-FA3CF1AEB54F}"/>
              </a:ext>
            </a:extLst>
          </p:cNvPr>
          <p:cNvSpPr txBox="1"/>
          <p:nvPr/>
        </p:nvSpPr>
        <p:spPr>
          <a:xfrm>
            <a:off x="5854265" y="3988874"/>
            <a:ext cx="3049711" cy="652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19" dirty="0">
                <a:latin typeface="IBM Plex Mono"/>
                <a:ea typeface="Verdana" panose="020B0604030504040204" pitchFamily="34" charset="0"/>
                <a:cs typeface="Times New Roman" panose="02020603050405020304" pitchFamily="18" charset="0"/>
              </a:rPr>
              <a:t>Ирис виргинский</a:t>
            </a:r>
          </a:p>
          <a:p>
            <a:pPr algn="ctr"/>
            <a:r>
              <a:rPr lang="en" sz="1819" dirty="0">
                <a:latin typeface="IBM Plex Mono"/>
                <a:ea typeface="Verdana" panose="020B0604030504040204" pitchFamily="34" charset="0"/>
                <a:cs typeface="Times New Roman" panose="02020603050405020304" pitchFamily="18" charset="0"/>
              </a:rPr>
              <a:t>(Iris </a:t>
            </a:r>
            <a:r>
              <a:rPr lang="en-US" sz="1819" dirty="0">
                <a:latin typeface="IBM Plex Mono"/>
                <a:ea typeface="Verdana" panose="020B0604030504040204" pitchFamily="34" charset="0"/>
                <a:cs typeface="Times New Roman" panose="02020603050405020304" pitchFamily="18" charset="0"/>
              </a:rPr>
              <a:t>V</a:t>
            </a:r>
            <a:r>
              <a:rPr lang="en" sz="1819" dirty="0" err="1">
                <a:latin typeface="IBM Plex Mono"/>
                <a:ea typeface="Verdana" panose="020B0604030504040204" pitchFamily="34" charset="0"/>
                <a:cs typeface="Times New Roman" panose="02020603050405020304" pitchFamily="18" charset="0"/>
              </a:rPr>
              <a:t>irginica</a:t>
            </a:r>
            <a:r>
              <a:rPr lang="en" sz="1819" dirty="0">
                <a:latin typeface="IBM Plex Mono"/>
                <a:ea typeface="Verdana" panose="020B0604030504040204" pitchFamily="34" charset="0"/>
                <a:cs typeface="Times New Roman" panose="02020603050405020304" pitchFamily="18" charset="0"/>
              </a:rPr>
              <a:t>)</a:t>
            </a:r>
            <a:endParaRPr lang="ru-RU" sz="1819" dirty="0">
              <a:latin typeface="IBM Plex Mono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26C024E-06C0-7242-A051-1266D377C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688" y="1566731"/>
            <a:ext cx="2121224" cy="2121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bject 4">
            <a:extLst>
              <a:ext uri="{FF2B5EF4-FFF2-40B4-BE49-F238E27FC236}">
                <a16:creationId xmlns:a16="http://schemas.microsoft.com/office/drawing/2014/main" id="{0A51ACE9-F4F7-6B48-8444-B6494FE747CA}"/>
              </a:ext>
            </a:extLst>
          </p:cNvPr>
          <p:cNvSpPr txBox="1"/>
          <p:nvPr/>
        </p:nvSpPr>
        <p:spPr>
          <a:xfrm>
            <a:off x="413303" y="457746"/>
            <a:ext cx="6651041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en-US" sz="2183" b="1" dirty="0">
                <a:latin typeface="Verdana" panose="020B0604030504040204" pitchFamily="34" charset="0"/>
                <a:ea typeface="Verdana" panose="020B0604030504040204" pitchFamily="34" charset="0"/>
              </a:rPr>
              <a:t>Iris Dataset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005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5A65694-5A8A-9248-9506-F45C89F89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749" y="1318813"/>
            <a:ext cx="5414528" cy="3254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3" y="457746"/>
            <a:ext cx="6651041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en-US" sz="2183" b="1" dirty="0">
                <a:latin typeface="Verdana" panose="020B0604030504040204" pitchFamily="34" charset="0"/>
                <a:ea typeface="Verdana" panose="020B0604030504040204" pitchFamily="34" charset="0"/>
              </a:rPr>
              <a:t>Iris Dataset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710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" y="66"/>
            <a:ext cx="9138837" cy="5143368"/>
          </a:xfrm>
          <a:prstGeom prst="rect">
            <a:avLst/>
          </a:prstGeom>
        </p:spPr>
      </p:pic>
      <p:sp>
        <p:nvSpPr>
          <p:cNvPr id="30" name="object 4">
            <a:extLst>
              <a:ext uri="{FF2B5EF4-FFF2-40B4-BE49-F238E27FC236}">
                <a16:creationId xmlns:a16="http://schemas.microsoft.com/office/drawing/2014/main" id="{5CB473C5-59D5-41D0-9239-5C4F2B5184A0}"/>
              </a:ext>
            </a:extLst>
          </p:cNvPr>
          <p:cNvSpPr txBox="1"/>
          <p:nvPr/>
        </p:nvSpPr>
        <p:spPr>
          <a:xfrm>
            <a:off x="413303" y="457746"/>
            <a:ext cx="6651041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</a:rPr>
              <a:t>Дерево решений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5390F0A-EF0A-2F4E-996A-D7428F390E72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F0AB9CCD-C002-9044-8840-E9E27046CDB9}"/>
              </a:ext>
            </a:extLst>
          </p:cNvPr>
          <p:cNvSpPr txBox="1"/>
          <p:nvPr/>
        </p:nvSpPr>
        <p:spPr>
          <a:xfrm>
            <a:off x="933140" y="1185518"/>
            <a:ext cx="3916107" cy="261065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1637" b="1" dirty="0">
                <a:solidFill>
                  <a:srgbClr val="17B69C"/>
                </a:solidFill>
                <a:latin typeface="Montserrat SemiBold" pitchFamily="2" charset="77"/>
                <a:cs typeface="Times New Roman" panose="02020603050405020304" pitchFamily="18" charset="0"/>
              </a:rPr>
              <a:t>Классификация цветов ириса</a:t>
            </a:r>
            <a:endParaRPr lang="en-US" sz="1637" b="1" dirty="0">
              <a:solidFill>
                <a:srgbClr val="17B69C"/>
              </a:solidFill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DB1A63F9-AD05-2F45-B460-D28D005053A7}"/>
              </a:ext>
            </a:extLst>
          </p:cNvPr>
          <p:cNvSpPr/>
          <p:nvPr/>
        </p:nvSpPr>
        <p:spPr>
          <a:xfrm>
            <a:off x="3364547" y="1607064"/>
            <a:ext cx="2211431" cy="618019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Длина </a:t>
            </a:r>
            <a: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/>
            </a:r>
            <a:b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</a:br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лепестка </a:t>
            </a:r>
            <a: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&lt; 2?</a:t>
            </a:r>
            <a:endParaRPr lang="ru-RU" sz="1819" dirty="0">
              <a:solidFill>
                <a:srgbClr val="0F316C"/>
              </a:solidFill>
              <a:latin typeface="IBM Plex Mono" panose="020B0509050203000203" pitchFamily="49" charset="-5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146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" y="66"/>
            <a:ext cx="9138837" cy="5143368"/>
          </a:xfrm>
          <a:prstGeom prst="rect">
            <a:avLst/>
          </a:prstGeom>
        </p:spPr>
      </p:pic>
      <p:sp>
        <p:nvSpPr>
          <p:cNvPr id="30" name="object 4">
            <a:extLst>
              <a:ext uri="{FF2B5EF4-FFF2-40B4-BE49-F238E27FC236}">
                <a16:creationId xmlns:a16="http://schemas.microsoft.com/office/drawing/2014/main" id="{5CB473C5-59D5-41D0-9239-5C4F2B5184A0}"/>
              </a:ext>
            </a:extLst>
          </p:cNvPr>
          <p:cNvSpPr txBox="1"/>
          <p:nvPr/>
        </p:nvSpPr>
        <p:spPr>
          <a:xfrm>
            <a:off x="413303" y="457746"/>
            <a:ext cx="6651041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</a:rPr>
              <a:t>Дерево решений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5390F0A-EF0A-2F4E-996A-D7428F390E72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F0AB9CCD-C002-9044-8840-E9E27046CDB9}"/>
              </a:ext>
            </a:extLst>
          </p:cNvPr>
          <p:cNvSpPr txBox="1"/>
          <p:nvPr/>
        </p:nvSpPr>
        <p:spPr>
          <a:xfrm>
            <a:off x="933140" y="1185518"/>
            <a:ext cx="3916107" cy="261065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1637" b="1" dirty="0">
                <a:solidFill>
                  <a:srgbClr val="17B69C"/>
                </a:solidFill>
                <a:latin typeface="Montserrat SemiBold" pitchFamily="2" charset="77"/>
                <a:cs typeface="Times New Roman" panose="02020603050405020304" pitchFamily="18" charset="0"/>
              </a:rPr>
              <a:t>Классификация цветов ириса</a:t>
            </a:r>
            <a:endParaRPr lang="en-US" sz="1637" b="1" dirty="0">
              <a:solidFill>
                <a:srgbClr val="17B69C"/>
              </a:solidFill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DB1A63F9-AD05-2F45-B460-D28D005053A7}"/>
              </a:ext>
            </a:extLst>
          </p:cNvPr>
          <p:cNvSpPr/>
          <p:nvPr/>
        </p:nvSpPr>
        <p:spPr>
          <a:xfrm>
            <a:off x="3364547" y="1607064"/>
            <a:ext cx="2211431" cy="618019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Длина </a:t>
            </a:r>
            <a: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/>
            </a:r>
            <a:b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</a:br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лепестка </a:t>
            </a:r>
            <a: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&lt; 2?</a:t>
            </a:r>
            <a:endParaRPr lang="ru-RU" sz="1819" dirty="0">
              <a:solidFill>
                <a:srgbClr val="0F316C"/>
              </a:solidFill>
              <a:latin typeface="IBM Plex Mono" panose="020B0509050203000203" pitchFamily="49" charset="-52"/>
              <a:cs typeface="Times New Roman" panose="02020603050405020304" pitchFamily="18" charset="0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3B567C0-F9BA-F049-8B50-D0C26587A4F2}"/>
              </a:ext>
            </a:extLst>
          </p:cNvPr>
          <p:cNvSpPr/>
          <p:nvPr/>
        </p:nvSpPr>
        <p:spPr>
          <a:xfrm>
            <a:off x="1792999" y="2563237"/>
            <a:ext cx="2397787" cy="623574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Ирис щетинистый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E5E9179E-828D-E24A-B66C-5D22457AC91A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flipH="1">
            <a:off x="2991892" y="2225083"/>
            <a:ext cx="1478371" cy="338154"/>
          </a:xfrm>
          <a:prstGeom prst="straightConnector1">
            <a:avLst/>
          </a:prstGeom>
          <a:noFill/>
          <a:ln w="38100">
            <a:solidFill>
              <a:schemeClr val="tx2">
                <a:lumMod val="75000"/>
              </a:schemeClr>
            </a:solidFill>
            <a:tailEnd type="none" w="med" len="lg"/>
          </a:ln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07942E4-DCE9-4340-837A-FC663C6F4115}"/>
              </a:ext>
            </a:extLst>
          </p:cNvPr>
          <p:cNvSpPr txBox="1"/>
          <p:nvPr/>
        </p:nvSpPr>
        <p:spPr>
          <a:xfrm>
            <a:off x="2879390" y="2190537"/>
            <a:ext cx="43795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Да</a:t>
            </a:r>
            <a:endParaRPr lang="ru-RU" sz="637" dirty="0"/>
          </a:p>
        </p:txBody>
      </p:sp>
    </p:spTree>
    <p:extLst>
      <p:ext uri="{BB962C8B-B14F-4D97-AF65-F5344CB8AC3E}">
        <p14:creationId xmlns:p14="http://schemas.microsoft.com/office/powerpoint/2010/main" val="747449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5A65694-5A8A-9248-9506-F45C89F89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749" y="1318813"/>
            <a:ext cx="5414528" cy="3254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3" y="457746"/>
            <a:ext cx="6651041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en-US" sz="2183" b="1" dirty="0">
                <a:latin typeface="Verdana" panose="020B0604030504040204" pitchFamily="34" charset="0"/>
                <a:ea typeface="Verdana" panose="020B0604030504040204" pitchFamily="34" charset="0"/>
              </a:rPr>
              <a:t>Iris Dataset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37634DC8-FE09-A744-B2BB-F023DB43F185}"/>
              </a:ext>
            </a:extLst>
          </p:cNvPr>
          <p:cNvCxnSpPr/>
          <p:nvPr/>
        </p:nvCxnSpPr>
        <p:spPr>
          <a:xfrm>
            <a:off x="3393702" y="1393452"/>
            <a:ext cx="0" cy="2807121"/>
          </a:xfrm>
          <a:prstGeom prst="line">
            <a:avLst/>
          </a:prstGeom>
          <a:ln w="635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784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" y="66"/>
            <a:ext cx="9138837" cy="5143368"/>
          </a:xfrm>
          <a:prstGeom prst="rect">
            <a:avLst/>
          </a:prstGeom>
        </p:spPr>
      </p:pic>
      <p:sp>
        <p:nvSpPr>
          <p:cNvPr id="30" name="object 4">
            <a:extLst>
              <a:ext uri="{FF2B5EF4-FFF2-40B4-BE49-F238E27FC236}">
                <a16:creationId xmlns:a16="http://schemas.microsoft.com/office/drawing/2014/main" id="{5CB473C5-59D5-41D0-9239-5C4F2B5184A0}"/>
              </a:ext>
            </a:extLst>
          </p:cNvPr>
          <p:cNvSpPr txBox="1"/>
          <p:nvPr/>
        </p:nvSpPr>
        <p:spPr>
          <a:xfrm>
            <a:off x="413303" y="457746"/>
            <a:ext cx="6651041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</a:rPr>
              <a:t>Дерево решений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5390F0A-EF0A-2F4E-996A-D7428F390E72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F0AB9CCD-C002-9044-8840-E9E27046CDB9}"/>
              </a:ext>
            </a:extLst>
          </p:cNvPr>
          <p:cNvSpPr txBox="1"/>
          <p:nvPr/>
        </p:nvSpPr>
        <p:spPr>
          <a:xfrm>
            <a:off x="933140" y="1185518"/>
            <a:ext cx="3916107" cy="261065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1637" b="1" dirty="0">
                <a:solidFill>
                  <a:srgbClr val="17B69C"/>
                </a:solidFill>
                <a:latin typeface="Montserrat SemiBold" pitchFamily="2" charset="77"/>
                <a:cs typeface="Times New Roman" panose="02020603050405020304" pitchFamily="18" charset="0"/>
              </a:rPr>
              <a:t>Классификация цветов ириса</a:t>
            </a:r>
            <a:endParaRPr lang="en-US" sz="1637" b="1" dirty="0">
              <a:solidFill>
                <a:srgbClr val="17B69C"/>
              </a:solidFill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DB1A63F9-AD05-2F45-B460-D28D005053A7}"/>
              </a:ext>
            </a:extLst>
          </p:cNvPr>
          <p:cNvSpPr/>
          <p:nvPr/>
        </p:nvSpPr>
        <p:spPr>
          <a:xfrm>
            <a:off x="3364547" y="1607064"/>
            <a:ext cx="2211431" cy="618019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Длина </a:t>
            </a:r>
            <a: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/>
            </a:r>
            <a:b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</a:br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лепестка </a:t>
            </a:r>
            <a: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&lt; 2?</a:t>
            </a:r>
            <a:endParaRPr lang="ru-RU" sz="1819" dirty="0">
              <a:solidFill>
                <a:srgbClr val="0F316C"/>
              </a:solidFill>
              <a:latin typeface="IBM Plex Mono" panose="020B0509050203000203" pitchFamily="49" charset="-52"/>
              <a:cs typeface="Times New Roman" panose="02020603050405020304" pitchFamily="18" charset="0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3B567C0-F9BA-F049-8B50-D0C26587A4F2}"/>
              </a:ext>
            </a:extLst>
          </p:cNvPr>
          <p:cNvSpPr/>
          <p:nvPr/>
        </p:nvSpPr>
        <p:spPr>
          <a:xfrm>
            <a:off x="1792999" y="2563237"/>
            <a:ext cx="2397787" cy="623574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Ирис щетинистый</a:t>
            </a: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63F0BF6B-8874-CC42-893C-D623D9E4F58A}"/>
              </a:ext>
            </a:extLst>
          </p:cNvPr>
          <p:cNvSpPr/>
          <p:nvPr/>
        </p:nvSpPr>
        <p:spPr>
          <a:xfrm>
            <a:off x="4842711" y="2563237"/>
            <a:ext cx="2508291" cy="628771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Ширина </a:t>
            </a:r>
            <a: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/>
            </a:r>
            <a:b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</a:br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лепестка </a:t>
            </a:r>
            <a: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&lt; 1.75?</a:t>
            </a:r>
            <a:endParaRPr lang="ru-RU" sz="1819" dirty="0">
              <a:solidFill>
                <a:srgbClr val="0F316C"/>
              </a:solidFill>
              <a:latin typeface="IBM Plex Mono" panose="020B0509050203000203" pitchFamily="49" charset="-52"/>
              <a:cs typeface="Times New Roman" panose="02020603050405020304" pitchFamily="18" charset="0"/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E5E9179E-828D-E24A-B66C-5D22457AC91A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flipH="1">
            <a:off x="2991892" y="2225083"/>
            <a:ext cx="1478371" cy="338154"/>
          </a:xfrm>
          <a:prstGeom prst="straightConnector1">
            <a:avLst/>
          </a:prstGeom>
          <a:noFill/>
          <a:ln w="38100">
            <a:solidFill>
              <a:schemeClr val="tx2">
                <a:lumMod val="75000"/>
              </a:schemeClr>
            </a:solidFill>
            <a:tailEnd type="none" w="med" len="lg"/>
          </a:ln>
        </p:spPr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906645FD-3882-2943-BCBC-406B8CF28680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>
            <a:off x="4470263" y="2225083"/>
            <a:ext cx="1626593" cy="338153"/>
          </a:xfrm>
          <a:prstGeom prst="straightConnector1">
            <a:avLst/>
          </a:prstGeom>
          <a:noFill/>
          <a:ln w="38100">
            <a:solidFill>
              <a:schemeClr val="tx2">
                <a:lumMod val="75000"/>
              </a:schemeClr>
            </a:solidFill>
            <a:tailEnd type="none" w="med" len="lg"/>
          </a:ln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07942E4-DCE9-4340-837A-FC663C6F4115}"/>
              </a:ext>
            </a:extLst>
          </p:cNvPr>
          <p:cNvSpPr txBox="1"/>
          <p:nvPr/>
        </p:nvSpPr>
        <p:spPr>
          <a:xfrm>
            <a:off x="2879390" y="2190537"/>
            <a:ext cx="43795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Да</a:t>
            </a:r>
            <a:endParaRPr lang="ru-RU" sz="637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57523B-21F4-6B4A-A52F-5C1BEC1CA28A}"/>
              </a:ext>
            </a:extLst>
          </p:cNvPr>
          <p:cNvSpPr txBox="1"/>
          <p:nvPr/>
        </p:nvSpPr>
        <p:spPr>
          <a:xfrm>
            <a:off x="5721929" y="2190536"/>
            <a:ext cx="749853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Нет</a:t>
            </a:r>
            <a:endParaRPr lang="ru-RU" sz="637" dirty="0"/>
          </a:p>
        </p:txBody>
      </p:sp>
    </p:spTree>
    <p:extLst>
      <p:ext uri="{BB962C8B-B14F-4D97-AF65-F5344CB8AC3E}">
        <p14:creationId xmlns:p14="http://schemas.microsoft.com/office/powerpoint/2010/main" val="3329171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" y="66"/>
            <a:ext cx="9138837" cy="5143368"/>
          </a:xfrm>
          <a:prstGeom prst="rect">
            <a:avLst/>
          </a:prstGeom>
        </p:spPr>
      </p:pic>
      <p:sp>
        <p:nvSpPr>
          <p:cNvPr id="30" name="object 4">
            <a:extLst>
              <a:ext uri="{FF2B5EF4-FFF2-40B4-BE49-F238E27FC236}">
                <a16:creationId xmlns:a16="http://schemas.microsoft.com/office/drawing/2014/main" id="{5CB473C5-59D5-41D0-9239-5C4F2B5184A0}"/>
              </a:ext>
            </a:extLst>
          </p:cNvPr>
          <p:cNvSpPr txBox="1"/>
          <p:nvPr/>
        </p:nvSpPr>
        <p:spPr>
          <a:xfrm>
            <a:off x="413303" y="457746"/>
            <a:ext cx="6651041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</a:rPr>
              <a:t>Дерево решений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5390F0A-EF0A-2F4E-996A-D7428F390E72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F0AB9CCD-C002-9044-8840-E9E27046CDB9}"/>
              </a:ext>
            </a:extLst>
          </p:cNvPr>
          <p:cNvSpPr txBox="1"/>
          <p:nvPr/>
        </p:nvSpPr>
        <p:spPr>
          <a:xfrm>
            <a:off x="933140" y="1185518"/>
            <a:ext cx="3916107" cy="261065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1637" b="1" dirty="0">
                <a:solidFill>
                  <a:srgbClr val="17B69C"/>
                </a:solidFill>
                <a:latin typeface="Montserrat SemiBold" pitchFamily="2" charset="77"/>
                <a:cs typeface="Times New Roman" panose="02020603050405020304" pitchFamily="18" charset="0"/>
              </a:rPr>
              <a:t>Классификация цветов ириса</a:t>
            </a:r>
            <a:endParaRPr lang="en-US" sz="1637" b="1" dirty="0">
              <a:solidFill>
                <a:srgbClr val="17B69C"/>
              </a:solidFill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DB1A63F9-AD05-2F45-B460-D28D005053A7}"/>
              </a:ext>
            </a:extLst>
          </p:cNvPr>
          <p:cNvSpPr/>
          <p:nvPr/>
        </p:nvSpPr>
        <p:spPr>
          <a:xfrm>
            <a:off x="3364547" y="1607064"/>
            <a:ext cx="2211431" cy="618019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Длина </a:t>
            </a:r>
            <a: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/>
            </a:r>
            <a:b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</a:br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лепестка </a:t>
            </a:r>
            <a: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&lt; 2?</a:t>
            </a:r>
            <a:endParaRPr lang="ru-RU" sz="1819" dirty="0">
              <a:solidFill>
                <a:srgbClr val="0F316C"/>
              </a:solidFill>
              <a:latin typeface="IBM Plex Mono" panose="020B0509050203000203" pitchFamily="49" charset="-52"/>
              <a:cs typeface="Times New Roman" panose="02020603050405020304" pitchFamily="18" charset="0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3B567C0-F9BA-F049-8B50-D0C26587A4F2}"/>
              </a:ext>
            </a:extLst>
          </p:cNvPr>
          <p:cNvSpPr/>
          <p:nvPr/>
        </p:nvSpPr>
        <p:spPr>
          <a:xfrm>
            <a:off x="1792999" y="2563237"/>
            <a:ext cx="2397787" cy="623574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Ирис щетинистый</a:t>
            </a: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63F0BF6B-8874-CC42-893C-D623D9E4F58A}"/>
              </a:ext>
            </a:extLst>
          </p:cNvPr>
          <p:cNvSpPr/>
          <p:nvPr/>
        </p:nvSpPr>
        <p:spPr>
          <a:xfrm>
            <a:off x="4842711" y="2563237"/>
            <a:ext cx="2508291" cy="628771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Ширина </a:t>
            </a:r>
            <a: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/>
            </a:r>
            <a:b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</a:br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лепестка </a:t>
            </a:r>
            <a: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&lt; 1.75?</a:t>
            </a:r>
            <a:endParaRPr lang="ru-RU" sz="1819" dirty="0">
              <a:solidFill>
                <a:srgbClr val="0F316C"/>
              </a:solidFill>
              <a:latin typeface="IBM Plex Mono" panose="020B0509050203000203" pitchFamily="49" charset="-52"/>
              <a:cs typeface="Times New Roman" panose="02020603050405020304" pitchFamily="18" charset="0"/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E5E9179E-828D-E24A-B66C-5D22457AC91A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flipH="1">
            <a:off x="2991892" y="2225083"/>
            <a:ext cx="1478371" cy="338154"/>
          </a:xfrm>
          <a:prstGeom prst="straightConnector1">
            <a:avLst/>
          </a:prstGeom>
          <a:noFill/>
          <a:ln w="38100">
            <a:solidFill>
              <a:schemeClr val="tx2">
                <a:lumMod val="75000"/>
              </a:schemeClr>
            </a:solidFill>
            <a:tailEnd type="none" w="med" len="lg"/>
          </a:ln>
        </p:spPr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906645FD-3882-2943-BCBC-406B8CF28680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>
            <a:off x="4470263" y="2225083"/>
            <a:ext cx="1626593" cy="338153"/>
          </a:xfrm>
          <a:prstGeom prst="straightConnector1">
            <a:avLst/>
          </a:prstGeom>
          <a:noFill/>
          <a:ln w="38100">
            <a:solidFill>
              <a:schemeClr val="tx2">
                <a:lumMod val="75000"/>
              </a:schemeClr>
            </a:solidFill>
            <a:tailEnd type="none" w="med" len="lg"/>
          </a:ln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07942E4-DCE9-4340-837A-FC663C6F4115}"/>
              </a:ext>
            </a:extLst>
          </p:cNvPr>
          <p:cNvSpPr txBox="1"/>
          <p:nvPr/>
        </p:nvSpPr>
        <p:spPr>
          <a:xfrm>
            <a:off x="2879390" y="2190537"/>
            <a:ext cx="43795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Да</a:t>
            </a:r>
            <a:endParaRPr lang="ru-RU" sz="637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57523B-21F4-6B4A-A52F-5C1BEC1CA28A}"/>
              </a:ext>
            </a:extLst>
          </p:cNvPr>
          <p:cNvSpPr txBox="1"/>
          <p:nvPr/>
        </p:nvSpPr>
        <p:spPr>
          <a:xfrm>
            <a:off x="5721929" y="2190536"/>
            <a:ext cx="749853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Нет</a:t>
            </a:r>
            <a:endParaRPr lang="ru-RU" sz="637" dirty="0"/>
          </a:p>
        </p:txBody>
      </p:sp>
      <p:sp>
        <p:nvSpPr>
          <p:cNvPr id="33" name="Скругленный прямоугольник 32">
            <a:extLst>
              <a:ext uri="{FF2B5EF4-FFF2-40B4-BE49-F238E27FC236}">
                <a16:creationId xmlns:a16="http://schemas.microsoft.com/office/drawing/2014/main" id="{A62F0905-DC4A-E940-BB08-77BBD613DD0B}"/>
              </a:ext>
            </a:extLst>
          </p:cNvPr>
          <p:cNvSpPr/>
          <p:nvPr/>
        </p:nvSpPr>
        <p:spPr>
          <a:xfrm>
            <a:off x="3858817" y="3592321"/>
            <a:ext cx="2039192" cy="615980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75000"/>
              </a:lnSpc>
            </a:pPr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Ирис разноцветный</a:t>
            </a:r>
          </a:p>
        </p:txBody>
      </p: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C17CE3F4-B5EE-334B-963F-35B7F708AE94}"/>
              </a:ext>
            </a:extLst>
          </p:cNvPr>
          <p:cNvCxnSpPr>
            <a:cxnSpLocks/>
            <a:stCxn id="16" idx="2"/>
            <a:endCxn id="33" idx="0"/>
          </p:cNvCxnSpPr>
          <p:nvPr/>
        </p:nvCxnSpPr>
        <p:spPr>
          <a:xfrm flipH="1">
            <a:off x="4878413" y="3192007"/>
            <a:ext cx="1218443" cy="400314"/>
          </a:xfrm>
          <a:prstGeom prst="straightConnector1">
            <a:avLst/>
          </a:prstGeom>
          <a:noFill/>
          <a:ln w="38100">
            <a:solidFill>
              <a:schemeClr val="tx2">
                <a:lumMod val="75000"/>
              </a:schemeClr>
            </a:solidFill>
            <a:tailEnd type="none" w="med" len="lg"/>
          </a:ln>
        </p:spPr>
      </p:cxnSp>
      <p:sp>
        <p:nvSpPr>
          <p:cNvPr id="46" name="Скругленный прямоугольник 45">
            <a:extLst>
              <a:ext uri="{FF2B5EF4-FFF2-40B4-BE49-F238E27FC236}">
                <a16:creationId xmlns:a16="http://schemas.microsoft.com/office/drawing/2014/main" id="{2FB2E521-E032-D74D-BB11-FF373E5C1FC6}"/>
              </a:ext>
            </a:extLst>
          </p:cNvPr>
          <p:cNvSpPr/>
          <p:nvPr/>
        </p:nvSpPr>
        <p:spPr>
          <a:xfrm>
            <a:off x="6279222" y="3598445"/>
            <a:ext cx="2039192" cy="615980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75000"/>
              </a:lnSpc>
            </a:pPr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Ирис виргинский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DF03544-2A8A-F74E-A99B-33230A13581D}"/>
              </a:ext>
            </a:extLst>
          </p:cNvPr>
          <p:cNvSpPr txBox="1"/>
          <p:nvPr/>
        </p:nvSpPr>
        <p:spPr>
          <a:xfrm>
            <a:off x="4576245" y="3221640"/>
            <a:ext cx="43795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Да</a:t>
            </a:r>
            <a:endParaRPr lang="ru-RU" sz="637" dirty="0"/>
          </a:p>
        </p:txBody>
      </p: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FC178809-717A-B443-A318-DEC70008FA35}"/>
              </a:ext>
            </a:extLst>
          </p:cNvPr>
          <p:cNvCxnSpPr>
            <a:cxnSpLocks/>
            <a:stCxn id="46" idx="0"/>
          </p:cNvCxnSpPr>
          <p:nvPr/>
        </p:nvCxnSpPr>
        <p:spPr>
          <a:xfrm flipH="1" flipV="1">
            <a:off x="6069326" y="3189844"/>
            <a:ext cx="1229492" cy="408601"/>
          </a:xfrm>
          <a:prstGeom prst="straightConnector1">
            <a:avLst/>
          </a:prstGeom>
          <a:noFill/>
          <a:ln w="38100">
            <a:solidFill>
              <a:schemeClr val="tx2">
                <a:lumMod val="75000"/>
              </a:schemeClr>
            </a:solidFill>
            <a:tailEnd type="none" w="med" len="lg"/>
          </a:ln>
        </p:spPr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EC9E83B-0611-4441-B8D8-F941A80E9C61}"/>
              </a:ext>
            </a:extLst>
          </p:cNvPr>
          <p:cNvSpPr txBox="1"/>
          <p:nvPr/>
        </p:nvSpPr>
        <p:spPr>
          <a:xfrm>
            <a:off x="6928596" y="3206046"/>
            <a:ext cx="749853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Нет</a:t>
            </a:r>
            <a:endParaRPr lang="ru-RU" sz="637" dirty="0"/>
          </a:p>
        </p:txBody>
      </p:sp>
    </p:spTree>
    <p:extLst>
      <p:ext uri="{BB962C8B-B14F-4D97-AF65-F5344CB8AC3E}">
        <p14:creationId xmlns:p14="http://schemas.microsoft.com/office/powerpoint/2010/main" val="1017253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5A65694-5A8A-9248-9506-F45C89F89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749" y="1318813"/>
            <a:ext cx="5414528" cy="3254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3" y="457746"/>
            <a:ext cx="6651041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en-US" sz="2183" b="1" dirty="0">
                <a:latin typeface="Verdana" panose="020B0604030504040204" pitchFamily="34" charset="0"/>
                <a:ea typeface="Verdana" panose="020B0604030504040204" pitchFamily="34" charset="0"/>
              </a:rPr>
              <a:t>Iris Dataset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37634DC8-FE09-A744-B2BB-F023DB43F185}"/>
              </a:ext>
            </a:extLst>
          </p:cNvPr>
          <p:cNvCxnSpPr/>
          <p:nvPr/>
        </p:nvCxnSpPr>
        <p:spPr>
          <a:xfrm>
            <a:off x="3393702" y="1393452"/>
            <a:ext cx="0" cy="2807121"/>
          </a:xfrm>
          <a:prstGeom prst="line">
            <a:avLst/>
          </a:prstGeom>
          <a:ln w="635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1607B48-E9E2-914E-BB22-AC094AB65E30}"/>
              </a:ext>
            </a:extLst>
          </p:cNvPr>
          <p:cNvCxnSpPr>
            <a:cxnSpLocks/>
          </p:cNvCxnSpPr>
          <p:nvPr/>
        </p:nvCxnSpPr>
        <p:spPr>
          <a:xfrm flipH="1">
            <a:off x="2631274" y="2329159"/>
            <a:ext cx="3708172" cy="0"/>
          </a:xfrm>
          <a:prstGeom prst="line">
            <a:avLst/>
          </a:prstGeom>
          <a:ln w="635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9429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5A65694-5A8A-9248-9506-F45C89F89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73" y="1899813"/>
            <a:ext cx="5414528" cy="3254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266300" y="489209"/>
            <a:ext cx="8616397" cy="1240243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en-US" sz="2000" dirty="0" smtClean="0"/>
              <a:t>ID3 – </a:t>
            </a:r>
            <a:r>
              <a:rPr lang="ru-RU" sz="2000" dirty="0" smtClean="0"/>
              <a:t>ищем такое разбиение признака, чтобы максимальная доля одного класса оказалась отделена от других классов. Такое свойство можно бы было назвать </a:t>
            </a:r>
            <a:r>
              <a:rPr lang="ru-RU" sz="2000" dirty="0" err="1" smtClean="0"/>
              <a:t>консистентностью</a:t>
            </a:r>
            <a:r>
              <a:rPr lang="ru-RU" sz="2000" dirty="0" smtClean="0"/>
              <a:t>. Но оно называется энтропия.  </a:t>
            </a:r>
            <a:r>
              <a:rPr lang="en-US" sz="2000" dirty="0" smtClean="0"/>
              <a:t> </a:t>
            </a:r>
            <a:endParaRPr lang="ru-RU" sz="2000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 flipH="1">
            <a:off x="504385" y="3899336"/>
            <a:ext cx="3615983" cy="70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>
            <a:off x="677008" y="2822331"/>
            <a:ext cx="32707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flipV="1">
            <a:off x="2789583" y="2310200"/>
            <a:ext cx="0" cy="5452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26877" y="3618194"/>
            <a:ext cx="380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773723" y="282233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662211" y="216317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r>
              <a:rPr lang="en-US" dirty="0" smtClean="0"/>
              <a:t>’’</a:t>
            </a:r>
            <a:endParaRPr lang="ru-RU" dirty="0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 flipV="1">
            <a:off x="3162300" y="2826651"/>
            <a:ext cx="7111" cy="500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07199" y="289450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5662246" y="2004646"/>
            <a:ext cx="322876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Слишком много разделений ведет</a:t>
            </a:r>
            <a:br>
              <a:rPr lang="ru-RU" dirty="0" smtClean="0"/>
            </a:br>
            <a:r>
              <a:rPr lang="ru-RU" dirty="0" smtClean="0"/>
              <a:t>к переобучению </a:t>
            </a:r>
          </a:p>
          <a:p>
            <a:endParaRPr lang="ru-RU" dirty="0"/>
          </a:p>
          <a:p>
            <a:r>
              <a:rPr lang="ru-RU" dirty="0" smtClean="0"/>
              <a:t>В зависимости от того с какого</a:t>
            </a:r>
            <a:br>
              <a:rPr lang="ru-RU" dirty="0" smtClean="0"/>
            </a:br>
            <a:r>
              <a:rPr lang="ru-RU" dirty="0" smtClean="0"/>
              <a:t>признака начать могут быть</a:t>
            </a:r>
          </a:p>
          <a:p>
            <a:r>
              <a:rPr lang="ru-RU" dirty="0" smtClean="0"/>
              <a:t>разные результаты</a:t>
            </a:r>
            <a:endParaRPr lang="en-US" dirty="0" smtClean="0"/>
          </a:p>
          <a:p>
            <a:endParaRPr lang="en-US" dirty="0"/>
          </a:p>
          <a:p>
            <a:r>
              <a:rPr lang="ru-RU" dirty="0" smtClean="0"/>
              <a:t>Дополнительное преимущество: </a:t>
            </a:r>
            <a:br>
              <a:rPr lang="ru-RU" dirty="0" smtClean="0"/>
            </a:br>
            <a:r>
              <a:rPr lang="ru-RU" dirty="0" smtClean="0"/>
              <a:t>чем признак сильнее делит выборку</a:t>
            </a:r>
            <a:br>
              <a:rPr lang="ru-RU" dirty="0" smtClean="0"/>
            </a:br>
            <a:r>
              <a:rPr lang="ru-RU" dirty="0" smtClean="0"/>
              <a:t>тем он значимей. </a:t>
            </a:r>
            <a:br>
              <a:rPr lang="ru-RU" dirty="0" smtClean="0"/>
            </a:br>
            <a:r>
              <a:rPr lang="ru-RU" dirty="0" smtClean="0"/>
              <a:t>То есть частичная объяснимость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3085534" y="3151801"/>
            <a:ext cx="324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r>
              <a:rPr lang="en-US" dirty="0" smtClean="0"/>
              <a:t>’</a:t>
            </a:r>
            <a:endParaRPr lang="ru-RU" dirty="0"/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 flipH="1">
            <a:off x="1909763" y="2996210"/>
            <a:ext cx="1252538" cy="6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656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" y="-10108"/>
            <a:ext cx="9138359" cy="5143500"/>
          </a:xfrm>
          <a:prstGeom prst="rect">
            <a:avLst/>
          </a:prstGeom>
        </p:spPr>
      </p:pic>
      <p:sp>
        <p:nvSpPr>
          <p:cNvPr id="30" name="object 4">
            <a:extLst>
              <a:ext uri="{FF2B5EF4-FFF2-40B4-BE49-F238E27FC236}">
                <a16:creationId xmlns:a16="http://schemas.microsoft.com/office/drawing/2014/main" id="{5CB473C5-59D5-41D0-9239-5C4F2B5184A0}"/>
              </a:ext>
            </a:extLst>
          </p:cNvPr>
          <p:cNvSpPr txBox="1"/>
          <p:nvPr/>
        </p:nvSpPr>
        <p:spPr>
          <a:xfrm>
            <a:off x="378647" y="492401"/>
            <a:ext cx="6651041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Построение дерева решений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78647" y="1324141"/>
            <a:ext cx="8663953" cy="1771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183" dirty="0">
                <a:latin typeface="IBM Plex Mono"/>
                <a:ea typeface="Verdana" panose="020B0604030504040204" pitchFamily="34" charset="0"/>
              </a:rPr>
              <a:t> Алгоритм </a:t>
            </a:r>
            <a:r>
              <a:rPr lang="en-US" sz="2183" dirty="0">
                <a:latin typeface="IBM Plex Mono"/>
                <a:ea typeface="Verdana" panose="020B0604030504040204" pitchFamily="34" charset="0"/>
              </a:rPr>
              <a:t>CART (Classification and Regression Tree)</a:t>
            </a:r>
            <a:endParaRPr lang="ru-RU" sz="2183" dirty="0">
              <a:latin typeface="IBM Plex Mono"/>
              <a:ea typeface="Verdana" panose="020B0604030504040204" pitchFamily="34" charset="0"/>
            </a:endParaRPr>
          </a:p>
          <a:p>
            <a:pPr lvl="1"/>
            <a:r>
              <a:rPr lang="ru-RU" sz="2183" dirty="0">
                <a:latin typeface="IBM Plex Mono"/>
                <a:ea typeface="Verdana" panose="020B0604030504040204" pitchFamily="34" charset="0"/>
              </a:rPr>
              <a:t>  Подробно изучите на курсе «Машинное обучение»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183" dirty="0">
              <a:latin typeface="IBM Plex Mono"/>
              <a:ea typeface="Verdana" panose="020B0604030504040204" pitchFamily="34" charset="0"/>
            </a:endParaRPr>
          </a:p>
          <a:p>
            <a:pPr marL="623804" lvl="1" indent="-415869">
              <a:buFont typeface="Arial" panose="020B0604020202020204" pitchFamily="34" charset="0"/>
              <a:buChar char="•"/>
            </a:pPr>
            <a:endParaRPr lang="ru-RU" sz="2183" dirty="0">
              <a:latin typeface="IBM Plex Mono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164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" y="-10108"/>
            <a:ext cx="9138359" cy="5143500"/>
          </a:xfrm>
          <a:prstGeom prst="rect">
            <a:avLst/>
          </a:prstGeom>
        </p:spPr>
      </p:pic>
      <p:sp>
        <p:nvSpPr>
          <p:cNvPr id="30" name="object 4">
            <a:extLst>
              <a:ext uri="{FF2B5EF4-FFF2-40B4-BE49-F238E27FC236}">
                <a16:creationId xmlns:a16="http://schemas.microsoft.com/office/drawing/2014/main" id="{5CB473C5-59D5-41D0-9239-5C4F2B5184A0}"/>
              </a:ext>
            </a:extLst>
          </p:cNvPr>
          <p:cNvSpPr txBox="1"/>
          <p:nvPr/>
        </p:nvSpPr>
        <p:spPr>
          <a:xfrm>
            <a:off x="378647" y="492401"/>
            <a:ext cx="6651041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Деревья решений для регрессии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CD332DA-582C-844A-83D3-1E2A44CEF17F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EB5A9482-30C3-8242-A1F5-88AD2D80C0D7}"/>
              </a:ext>
            </a:extLst>
          </p:cNvPr>
          <p:cNvCxnSpPr>
            <a:cxnSpLocks/>
          </p:cNvCxnSpPr>
          <p:nvPr/>
        </p:nvCxnSpPr>
        <p:spPr>
          <a:xfrm flipV="1">
            <a:off x="1418321" y="1324141"/>
            <a:ext cx="0" cy="3153679"/>
          </a:xfrm>
          <a:prstGeom prst="straightConnector1">
            <a:avLst/>
          </a:prstGeom>
          <a:ln w="38100">
            <a:tailEnd type="arrow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1ABEFA28-4278-CF4C-BF30-3E0A64C02169}"/>
              </a:ext>
            </a:extLst>
          </p:cNvPr>
          <p:cNvCxnSpPr>
            <a:cxnSpLocks/>
          </p:cNvCxnSpPr>
          <p:nvPr/>
        </p:nvCxnSpPr>
        <p:spPr>
          <a:xfrm>
            <a:off x="1418321" y="4477820"/>
            <a:ext cx="6549948" cy="0"/>
          </a:xfrm>
          <a:prstGeom prst="straightConnector1">
            <a:avLst/>
          </a:prstGeom>
          <a:ln w="38100">
            <a:tailEnd type="arrow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3031100-186B-6E47-B85C-27C5B0EFE8C6}"/>
              </a:ext>
            </a:extLst>
          </p:cNvPr>
          <p:cNvSpPr txBox="1"/>
          <p:nvPr/>
        </p:nvSpPr>
        <p:spPr>
          <a:xfrm>
            <a:off x="1106421" y="1324141"/>
            <a:ext cx="31190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y</a:t>
            </a:r>
            <a:endParaRPr lang="ru-RU" sz="637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6826A7-BA04-6A40-9CDC-17AE7EBAF8B6}"/>
              </a:ext>
            </a:extLst>
          </p:cNvPr>
          <p:cNvSpPr txBox="1"/>
          <p:nvPr/>
        </p:nvSpPr>
        <p:spPr>
          <a:xfrm>
            <a:off x="7760335" y="4508983"/>
            <a:ext cx="31190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x</a:t>
            </a:r>
            <a:endParaRPr lang="ru-RU" sz="637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1F183522-77BF-7649-934A-68AA36A99723}"/>
              </a:ext>
            </a:extLst>
          </p:cNvPr>
          <p:cNvSpPr/>
          <p:nvPr/>
        </p:nvSpPr>
        <p:spPr>
          <a:xfrm>
            <a:off x="1678184" y="4110194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4B7FC2BB-DB4B-9447-9394-D51AB744C873}"/>
              </a:ext>
            </a:extLst>
          </p:cNvPr>
          <p:cNvSpPr/>
          <p:nvPr/>
        </p:nvSpPr>
        <p:spPr>
          <a:xfrm>
            <a:off x="2044290" y="3987398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CBC10460-98DF-2348-A470-9D590AA3EFA4}"/>
              </a:ext>
            </a:extLst>
          </p:cNvPr>
          <p:cNvSpPr/>
          <p:nvPr/>
        </p:nvSpPr>
        <p:spPr>
          <a:xfrm>
            <a:off x="2398058" y="3809195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35F2B123-9ED9-FF4F-9081-0E633244477D}"/>
              </a:ext>
            </a:extLst>
          </p:cNvPr>
          <p:cNvSpPr/>
          <p:nvPr/>
        </p:nvSpPr>
        <p:spPr>
          <a:xfrm>
            <a:off x="2735242" y="2411297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4680A516-2A9C-4344-8584-BC6C57F2FEAE}"/>
              </a:ext>
            </a:extLst>
          </p:cNvPr>
          <p:cNvSpPr/>
          <p:nvPr/>
        </p:nvSpPr>
        <p:spPr>
          <a:xfrm>
            <a:off x="3117900" y="2526098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4A7A9ABF-E776-6843-94D7-5F836E4C0B28}"/>
              </a:ext>
            </a:extLst>
          </p:cNvPr>
          <p:cNvSpPr/>
          <p:nvPr/>
        </p:nvSpPr>
        <p:spPr>
          <a:xfrm>
            <a:off x="3458575" y="2679568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D1323CAF-C3ED-6C41-9AB6-328DC9EB8F8B}"/>
              </a:ext>
            </a:extLst>
          </p:cNvPr>
          <p:cNvSpPr/>
          <p:nvPr/>
        </p:nvSpPr>
        <p:spPr>
          <a:xfrm>
            <a:off x="3805849" y="2579946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CF94FBA8-733A-5B41-A506-561028F61A8E}"/>
              </a:ext>
            </a:extLst>
          </p:cNvPr>
          <p:cNvSpPr/>
          <p:nvPr/>
        </p:nvSpPr>
        <p:spPr>
          <a:xfrm>
            <a:off x="4361410" y="3091587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683E7C5D-119E-EC4B-A6CE-BAE37B0EC3A6}"/>
              </a:ext>
            </a:extLst>
          </p:cNvPr>
          <p:cNvSpPr/>
          <p:nvPr/>
        </p:nvSpPr>
        <p:spPr>
          <a:xfrm>
            <a:off x="4644410" y="3321762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11309DCA-B239-4C47-B8CD-3ADCB14B45CA}"/>
              </a:ext>
            </a:extLst>
          </p:cNvPr>
          <p:cNvSpPr/>
          <p:nvPr/>
        </p:nvSpPr>
        <p:spPr>
          <a:xfrm>
            <a:off x="4927410" y="3198966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C6D46DBA-FC16-3845-8D15-8C2DEA6E5BB2}"/>
              </a:ext>
            </a:extLst>
          </p:cNvPr>
          <p:cNvSpPr/>
          <p:nvPr/>
        </p:nvSpPr>
        <p:spPr>
          <a:xfrm>
            <a:off x="5265092" y="2976987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32C5C87F-36E0-CA49-8CF5-E60E3442361C}"/>
              </a:ext>
            </a:extLst>
          </p:cNvPr>
          <p:cNvSpPr/>
          <p:nvPr/>
        </p:nvSpPr>
        <p:spPr>
          <a:xfrm>
            <a:off x="5599257" y="2925160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22BA8806-C04F-3F4A-A935-32B4EF066981}"/>
              </a:ext>
            </a:extLst>
          </p:cNvPr>
          <p:cNvSpPr/>
          <p:nvPr/>
        </p:nvSpPr>
        <p:spPr>
          <a:xfrm>
            <a:off x="5946531" y="2703810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E89685BD-CE28-E344-A0C3-CB90D7C739EB}"/>
              </a:ext>
            </a:extLst>
          </p:cNvPr>
          <p:cNvSpPr/>
          <p:nvPr/>
        </p:nvSpPr>
        <p:spPr>
          <a:xfrm>
            <a:off x="6260042" y="2581014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71E7A84A-7C5F-E342-BD8E-1A72A1969174}"/>
              </a:ext>
            </a:extLst>
          </p:cNvPr>
          <p:cNvSpPr/>
          <p:nvPr/>
        </p:nvSpPr>
        <p:spPr>
          <a:xfrm>
            <a:off x="6573553" y="2489764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50607485-BCED-EC43-A614-470214552828}"/>
              </a:ext>
            </a:extLst>
          </p:cNvPr>
          <p:cNvSpPr/>
          <p:nvPr/>
        </p:nvSpPr>
        <p:spPr>
          <a:xfrm>
            <a:off x="6883546" y="2403302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F70F26FE-3F70-D04A-B837-0BCC81ED27F0}"/>
              </a:ext>
            </a:extLst>
          </p:cNvPr>
          <p:cNvSpPr/>
          <p:nvPr/>
        </p:nvSpPr>
        <p:spPr>
          <a:xfrm>
            <a:off x="7193539" y="2316969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</p:spTree>
    <p:extLst>
      <p:ext uri="{BB962C8B-B14F-4D97-AF65-F5344CB8AC3E}">
        <p14:creationId xmlns:p14="http://schemas.microsoft.com/office/powerpoint/2010/main" val="3545051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" y="-10108"/>
            <a:ext cx="9138359" cy="5143500"/>
          </a:xfrm>
          <a:prstGeom prst="rect">
            <a:avLst/>
          </a:prstGeom>
        </p:spPr>
      </p:pic>
      <p:sp>
        <p:nvSpPr>
          <p:cNvPr id="30" name="object 4">
            <a:extLst>
              <a:ext uri="{FF2B5EF4-FFF2-40B4-BE49-F238E27FC236}">
                <a16:creationId xmlns:a16="http://schemas.microsoft.com/office/drawing/2014/main" id="{5CB473C5-59D5-41D0-9239-5C4F2B5184A0}"/>
              </a:ext>
            </a:extLst>
          </p:cNvPr>
          <p:cNvSpPr txBox="1"/>
          <p:nvPr/>
        </p:nvSpPr>
        <p:spPr>
          <a:xfrm>
            <a:off x="378647" y="492401"/>
            <a:ext cx="6651041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Деревья решений для регрессии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CD332DA-582C-844A-83D3-1E2A44CEF17F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EB5A9482-30C3-8242-A1F5-88AD2D80C0D7}"/>
              </a:ext>
            </a:extLst>
          </p:cNvPr>
          <p:cNvCxnSpPr>
            <a:cxnSpLocks/>
          </p:cNvCxnSpPr>
          <p:nvPr/>
        </p:nvCxnSpPr>
        <p:spPr>
          <a:xfrm flipV="1">
            <a:off x="1418321" y="1324141"/>
            <a:ext cx="0" cy="3153679"/>
          </a:xfrm>
          <a:prstGeom prst="straightConnector1">
            <a:avLst/>
          </a:prstGeom>
          <a:ln w="38100">
            <a:tailEnd type="arrow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1ABEFA28-4278-CF4C-BF30-3E0A64C02169}"/>
              </a:ext>
            </a:extLst>
          </p:cNvPr>
          <p:cNvCxnSpPr>
            <a:cxnSpLocks/>
          </p:cNvCxnSpPr>
          <p:nvPr/>
        </p:nvCxnSpPr>
        <p:spPr>
          <a:xfrm>
            <a:off x="1418321" y="4477820"/>
            <a:ext cx="6549948" cy="0"/>
          </a:xfrm>
          <a:prstGeom prst="straightConnector1">
            <a:avLst/>
          </a:prstGeom>
          <a:ln w="38100">
            <a:tailEnd type="arrow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3031100-186B-6E47-B85C-27C5B0EFE8C6}"/>
              </a:ext>
            </a:extLst>
          </p:cNvPr>
          <p:cNvSpPr txBox="1"/>
          <p:nvPr/>
        </p:nvSpPr>
        <p:spPr>
          <a:xfrm>
            <a:off x="1106421" y="1324141"/>
            <a:ext cx="31190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y</a:t>
            </a:r>
            <a:endParaRPr lang="ru-RU" sz="637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6826A7-BA04-6A40-9CDC-17AE7EBAF8B6}"/>
              </a:ext>
            </a:extLst>
          </p:cNvPr>
          <p:cNvSpPr txBox="1"/>
          <p:nvPr/>
        </p:nvSpPr>
        <p:spPr>
          <a:xfrm>
            <a:off x="7760335" y="4508983"/>
            <a:ext cx="31190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x</a:t>
            </a:r>
            <a:endParaRPr lang="ru-RU" sz="637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1F183522-77BF-7649-934A-68AA36A99723}"/>
              </a:ext>
            </a:extLst>
          </p:cNvPr>
          <p:cNvSpPr/>
          <p:nvPr/>
        </p:nvSpPr>
        <p:spPr>
          <a:xfrm>
            <a:off x="1678184" y="4110194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4B7FC2BB-DB4B-9447-9394-D51AB744C873}"/>
              </a:ext>
            </a:extLst>
          </p:cNvPr>
          <p:cNvSpPr/>
          <p:nvPr/>
        </p:nvSpPr>
        <p:spPr>
          <a:xfrm>
            <a:off x="2044290" y="3987398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CBC10460-98DF-2348-A470-9D590AA3EFA4}"/>
              </a:ext>
            </a:extLst>
          </p:cNvPr>
          <p:cNvSpPr/>
          <p:nvPr/>
        </p:nvSpPr>
        <p:spPr>
          <a:xfrm>
            <a:off x="2398058" y="3809195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35F2B123-9ED9-FF4F-9081-0E633244477D}"/>
              </a:ext>
            </a:extLst>
          </p:cNvPr>
          <p:cNvSpPr/>
          <p:nvPr/>
        </p:nvSpPr>
        <p:spPr>
          <a:xfrm>
            <a:off x="2735242" y="2411297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4680A516-2A9C-4344-8584-BC6C57F2FEAE}"/>
              </a:ext>
            </a:extLst>
          </p:cNvPr>
          <p:cNvSpPr/>
          <p:nvPr/>
        </p:nvSpPr>
        <p:spPr>
          <a:xfrm>
            <a:off x="3117900" y="2526098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4A7A9ABF-E776-6843-94D7-5F836E4C0B28}"/>
              </a:ext>
            </a:extLst>
          </p:cNvPr>
          <p:cNvSpPr/>
          <p:nvPr/>
        </p:nvSpPr>
        <p:spPr>
          <a:xfrm>
            <a:off x="3458575" y="2679568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D1323CAF-C3ED-6C41-9AB6-328DC9EB8F8B}"/>
              </a:ext>
            </a:extLst>
          </p:cNvPr>
          <p:cNvSpPr/>
          <p:nvPr/>
        </p:nvSpPr>
        <p:spPr>
          <a:xfrm>
            <a:off x="3805849" y="2579946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CF94FBA8-733A-5B41-A506-561028F61A8E}"/>
              </a:ext>
            </a:extLst>
          </p:cNvPr>
          <p:cNvSpPr/>
          <p:nvPr/>
        </p:nvSpPr>
        <p:spPr>
          <a:xfrm>
            <a:off x="4361410" y="3091587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683E7C5D-119E-EC4B-A6CE-BAE37B0EC3A6}"/>
              </a:ext>
            </a:extLst>
          </p:cNvPr>
          <p:cNvSpPr/>
          <p:nvPr/>
        </p:nvSpPr>
        <p:spPr>
          <a:xfrm>
            <a:off x="4644410" y="3321762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11309DCA-B239-4C47-B8CD-3ADCB14B45CA}"/>
              </a:ext>
            </a:extLst>
          </p:cNvPr>
          <p:cNvSpPr/>
          <p:nvPr/>
        </p:nvSpPr>
        <p:spPr>
          <a:xfrm>
            <a:off x="4927410" y="3198966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C6D46DBA-FC16-3845-8D15-8C2DEA6E5BB2}"/>
              </a:ext>
            </a:extLst>
          </p:cNvPr>
          <p:cNvSpPr/>
          <p:nvPr/>
        </p:nvSpPr>
        <p:spPr>
          <a:xfrm>
            <a:off x="5265092" y="2976987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32C5C87F-36E0-CA49-8CF5-E60E3442361C}"/>
              </a:ext>
            </a:extLst>
          </p:cNvPr>
          <p:cNvSpPr/>
          <p:nvPr/>
        </p:nvSpPr>
        <p:spPr>
          <a:xfrm>
            <a:off x="5599257" y="2925160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22BA8806-C04F-3F4A-A935-32B4EF066981}"/>
              </a:ext>
            </a:extLst>
          </p:cNvPr>
          <p:cNvSpPr/>
          <p:nvPr/>
        </p:nvSpPr>
        <p:spPr>
          <a:xfrm>
            <a:off x="5946531" y="2703810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E89685BD-CE28-E344-A0C3-CB90D7C739EB}"/>
              </a:ext>
            </a:extLst>
          </p:cNvPr>
          <p:cNvSpPr/>
          <p:nvPr/>
        </p:nvSpPr>
        <p:spPr>
          <a:xfrm>
            <a:off x="6260042" y="2581014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71E7A84A-7C5F-E342-BD8E-1A72A1969174}"/>
              </a:ext>
            </a:extLst>
          </p:cNvPr>
          <p:cNvSpPr/>
          <p:nvPr/>
        </p:nvSpPr>
        <p:spPr>
          <a:xfrm>
            <a:off x="6573553" y="2489764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50607485-BCED-EC43-A614-470214552828}"/>
              </a:ext>
            </a:extLst>
          </p:cNvPr>
          <p:cNvSpPr/>
          <p:nvPr/>
        </p:nvSpPr>
        <p:spPr>
          <a:xfrm>
            <a:off x="6883546" y="2403302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F70F26FE-3F70-D04A-B837-0BCC81ED27F0}"/>
              </a:ext>
            </a:extLst>
          </p:cNvPr>
          <p:cNvSpPr/>
          <p:nvPr/>
        </p:nvSpPr>
        <p:spPr>
          <a:xfrm>
            <a:off x="7193539" y="2316969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F8E254E8-2E1A-EC45-BC20-B4C750A87D32}"/>
              </a:ext>
            </a:extLst>
          </p:cNvPr>
          <p:cNvCxnSpPr>
            <a:cxnSpLocks/>
          </p:cNvCxnSpPr>
          <p:nvPr/>
        </p:nvCxnSpPr>
        <p:spPr>
          <a:xfrm flipV="1">
            <a:off x="2700586" y="1324141"/>
            <a:ext cx="0" cy="3153679"/>
          </a:xfrm>
          <a:prstGeom prst="straightConnector1">
            <a:avLst/>
          </a:prstGeom>
          <a:ln w="38100">
            <a:prstDash val="dash"/>
            <a:headEnd type="none"/>
            <a:tailEnd type="non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578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" y="-10108"/>
            <a:ext cx="9138359" cy="5143500"/>
          </a:xfrm>
          <a:prstGeom prst="rect">
            <a:avLst/>
          </a:prstGeom>
        </p:spPr>
      </p:pic>
      <p:sp>
        <p:nvSpPr>
          <p:cNvPr id="30" name="object 4">
            <a:extLst>
              <a:ext uri="{FF2B5EF4-FFF2-40B4-BE49-F238E27FC236}">
                <a16:creationId xmlns:a16="http://schemas.microsoft.com/office/drawing/2014/main" id="{5CB473C5-59D5-41D0-9239-5C4F2B5184A0}"/>
              </a:ext>
            </a:extLst>
          </p:cNvPr>
          <p:cNvSpPr txBox="1"/>
          <p:nvPr/>
        </p:nvSpPr>
        <p:spPr>
          <a:xfrm>
            <a:off x="378647" y="492401"/>
            <a:ext cx="6651041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Деревья решений для регрессии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CD332DA-582C-844A-83D3-1E2A44CEF17F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EB5A9482-30C3-8242-A1F5-88AD2D80C0D7}"/>
              </a:ext>
            </a:extLst>
          </p:cNvPr>
          <p:cNvCxnSpPr>
            <a:cxnSpLocks/>
          </p:cNvCxnSpPr>
          <p:nvPr/>
        </p:nvCxnSpPr>
        <p:spPr>
          <a:xfrm flipV="1">
            <a:off x="1418321" y="1324141"/>
            <a:ext cx="0" cy="3153679"/>
          </a:xfrm>
          <a:prstGeom prst="straightConnector1">
            <a:avLst/>
          </a:prstGeom>
          <a:ln w="38100">
            <a:tailEnd type="arrow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1ABEFA28-4278-CF4C-BF30-3E0A64C02169}"/>
              </a:ext>
            </a:extLst>
          </p:cNvPr>
          <p:cNvCxnSpPr>
            <a:cxnSpLocks/>
          </p:cNvCxnSpPr>
          <p:nvPr/>
        </p:nvCxnSpPr>
        <p:spPr>
          <a:xfrm>
            <a:off x="1418321" y="4477820"/>
            <a:ext cx="6549948" cy="0"/>
          </a:xfrm>
          <a:prstGeom prst="straightConnector1">
            <a:avLst/>
          </a:prstGeom>
          <a:ln w="38100">
            <a:tailEnd type="arrow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3031100-186B-6E47-B85C-27C5B0EFE8C6}"/>
              </a:ext>
            </a:extLst>
          </p:cNvPr>
          <p:cNvSpPr txBox="1"/>
          <p:nvPr/>
        </p:nvSpPr>
        <p:spPr>
          <a:xfrm>
            <a:off x="1106421" y="1324141"/>
            <a:ext cx="31190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y</a:t>
            </a:r>
            <a:endParaRPr lang="ru-RU" sz="637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6826A7-BA04-6A40-9CDC-17AE7EBAF8B6}"/>
              </a:ext>
            </a:extLst>
          </p:cNvPr>
          <p:cNvSpPr txBox="1"/>
          <p:nvPr/>
        </p:nvSpPr>
        <p:spPr>
          <a:xfrm>
            <a:off x="7760335" y="4508983"/>
            <a:ext cx="31190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x</a:t>
            </a:r>
            <a:endParaRPr lang="ru-RU" sz="637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1F183522-77BF-7649-934A-68AA36A99723}"/>
              </a:ext>
            </a:extLst>
          </p:cNvPr>
          <p:cNvSpPr/>
          <p:nvPr/>
        </p:nvSpPr>
        <p:spPr>
          <a:xfrm>
            <a:off x="1678184" y="4110194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4B7FC2BB-DB4B-9447-9394-D51AB744C873}"/>
              </a:ext>
            </a:extLst>
          </p:cNvPr>
          <p:cNvSpPr/>
          <p:nvPr/>
        </p:nvSpPr>
        <p:spPr>
          <a:xfrm>
            <a:off x="2044290" y="3987398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CBC10460-98DF-2348-A470-9D590AA3EFA4}"/>
              </a:ext>
            </a:extLst>
          </p:cNvPr>
          <p:cNvSpPr/>
          <p:nvPr/>
        </p:nvSpPr>
        <p:spPr>
          <a:xfrm>
            <a:off x="2398058" y="3809195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35F2B123-9ED9-FF4F-9081-0E633244477D}"/>
              </a:ext>
            </a:extLst>
          </p:cNvPr>
          <p:cNvSpPr/>
          <p:nvPr/>
        </p:nvSpPr>
        <p:spPr>
          <a:xfrm>
            <a:off x="2735242" y="2411297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4680A516-2A9C-4344-8584-BC6C57F2FEAE}"/>
              </a:ext>
            </a:extLst>
          </p:cNvPr>
          <p:cNvSpPr/>
          <p:nvPr/>
        </p:nvSpPr>
        <p:spPr>
          <a:xfrm>
            <a:off x="3117900" y="2526098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4A7A9ABF-E776-6843-94D7-5F836E4C0B28}"/>
              </a:ext>
            </a:extLst>
          </p:cNvPr>
          <p:cNvSpPr/>
          <p:nvPr/>
        </p:nvSpPr>
        <p:spPr>
          <a:xfrm>
            <a:off x="3458575" y="2679568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D1323CAF-C3ED-6C41-9AB6-328DC9EB8F8B}"/>
              </a:ext>
            </a:extLst>
          </p:cNvPr>
          <p:cNvSpPr/>
          <p:nvPr/>
        </p:nvSpPr>
        <p:spPr>
          <a:xfrm>
            <a:off x="3805849" y="2579946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CF94FBA8-733A-5B41-A506-561028F61A8E}"/>
              </a:ext>
            </a:extLst>
          </p:cNvPr>
          <p:cNvSpPr/>
          <p:nvPr/>
        </p:nvSpPr>
        <p:spPr>
          <a:xfrm>
            <a:off x="4361410" y="3091587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683E7C5D-119E-EC4B-A6CE-BAE37B0EC3A6}"/>
              </a:ext>
            </a:extLst>
          </p:cNvPr>
          <p:cNvSpPr/>
          <p:nvPr/>
        </p:nvSpPr>
        <p:spPr>
          <a:xfrm>
            <a:off x="4644410" y="3321762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11309DCA-B239-4C47-B8CD-3ADCB14B45CA}"/>
              </a:ext>
            </a:extLst>
          </p:cNvPr>
          <p:cNvSpPr/>
          <p:nvPr/>
        </p:nvSpPr>
        <p:spPr>
          <a:xfrm>
            <a:off x="4927410" y="3198966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C6D46DBA-FC16-3845-8D15-8C2DEA6E5BB2}"/>
              </a:ext>
            </a:extLst>
          </p:cNvPr>
          <p:cNvSpPr/>
          <p:nvPr/>
        </p:nvSpPr>
        <p:spPr>
          <a:xfrm>
            <a:off x="5265092" y="2976987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32C5C87F-36E0-CA49-8CF5-E60E3442361C}"/>
              </a:ext>
            </a:extLst>
          </p:cNvPr>
          <p:cNvSpPr/>
          <p:nvPr/>
        </p:nvSpPr>
        <p:spPr>
          <a:xfrm>
            <a:off x="5599257" y="2925160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22BA8806-C04F-3F4A-A935-32B4EF066981}"/>
              </a:ext>
            </a:extLst>
          </p:cNvPr>
          <p:cNvSpPr/>
          <p:nvPr/>
        </p:nvSpPr>
        <p:spPr>
          <a:xfrm>
            <a:off x="5946531" y="2703810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E89685BD-CE28-E344-A0C3-CB90D7C739EB}"/>
              </a:ext>
            </a:extLst>
          </p:cNvPr>
          <p:cNvSpPr/>
          <p:nvPr/>
        </p:nvSpPr>
        <p:spPr>
          <a:xfrm>
            <a:off x="6260042" y="2581014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71E7A84A-7C5F-E342-BD8E-1A72A1969174}"/>
              </a:ext>
            </a:extLst>
          </p:cNvPr>
          <p:cNvSpPr/>
          <p:nvPr/>
        </p:nvSpPr>
        <p:spPr>
          <a:xfrm>
            <a:off x="6573553" y="2489764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50607485-BCED-EC43-A614-470214552828}"/>
              </a:ext>
            </a:extLst>
          </p:cNvPr>
          <p:cNvSpPr/>
          <p:nvPr/>
        </p:nvSpPr>
        <p:spPr>
          <a:xfrm>
            <a:off x="6883546" y="2403302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F70F26FE-3F70-D04A-B837-0BCC81ED27F0}"/>
              </a:ext>
            </a:extLst>
          </p:cNvPr>
          <p:cNvSpPr/>
          <p:nvPr/>
        </p:nvSpPr>
        <p:spPr>
          <a:xfrm>
            <a:off x="7193539" y="2316969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F8E254E8-2E1A-EC45-BC20-B4C750A87D32}"/>
              </a:ext>
            </a:extLst>
          </p:cNvPr>
          <p:cNvCxnSpPr>
            <a:cxnSpLocks/>
          </p:cNvCxnSpPr>
          <p:nvPr/>
        </p:nvCxnSpPr>
        <p:spPr>
          <a:xfrm flipV="1">
            <a:off x="2700586" y="1324141"/>
            <a:ext cx="0" cy="3153679"/>
          </a:xfrm>
          <a:prstGeom prst="straightConnector1">
            <a:avLst/>
          </a:prstGeom>
          <a:ln w="38100">
            <a:prstDash val="dash"/>
            <a:headEnd type="none"/>
            <a:tailEnd type="non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87FCA389-A80C-AE42-9D8D-F888A7D3659B}"/>
              </a:ext>
            </a:extLst>
          </p:cNvPr>
          <p:cNvCxnSpPr>
            <a:cxnSpLocks/>
          </p:cNvCxnSpPr>
          <p:nvPr/>
        </p:nvCxnSpPr>
        <p:spPr>
          <a:xfrm flipH="1">
            <a:off x="1418321" y="4054787"/>
            <a:ext cx="1282265" cy="7163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headEnd type="none"/>
            <a:tailEnd type="non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64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" y="-10108"/>
            <a:ext cx="9138359" cy="5143500"/>
          </a:xfrm>
          <a:prstGeom prst="rect">
            <a:avLst/>
          </a:prstGeom>
        </p:spPr>
      </p:pic>
      <p:sp>
        <p:nvSpPr>
          <p:cNvPr id="30" name="object 4">
            <a:extLst>
              <a:ext uri="{FF2B5EF4-FFF2-40B4-BE49-F238E27FC236}">
                <a16:creationId xmlns:a16="http://schemas.microsoft.com/office/drawing/2014/main" id="{5CB473C5-59D5-41D0-9239-5C4F2B5184A0}"/>
              </a:ext>
            </a:extLst>
          </p:cNvPr>
          <p:cNvSpPr txBox="1"/>
          <p:nvPr/>
        </p:nvSpPr>
        <p:spPr>
          <a:xfrm>
            <a:off x="378647" y="492401"/>
            <a:ext cx="6651041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Деревья решений для регрессии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CD332DA-582C-844A-83D3-1E2A44CEF17F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EB5A9482-30C3-8242-A1F5-88AD2D80C0D7}"/>
              </a:ext>
            </a:extLst>
          </p:cNvPr>
          <p:cNvCxnSpPr>
            <a:cxnSpLocks/>
          </p:cNvCxnSpPr>
          <p:nvPr/>
        </p:nvCxnSpPr>
        <p:spPr>
          <a:xfrm flipV="1">
            <a:off x="1418321" y="1324141"/>
            <a:ext cx="0" cy="3153679"/>
          </a:xfrm>
          <a:prstGeom prst="straightConnector1">
            <a:avLst/>
          </a:prstGeom>
          <a:ln w="38100">
            <a:tailEnd type="arrow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1ABEFA28-4278-CF4C-BF30-3E0A64C02169}"/>
              </a:ext>
            </a:extLst>
          </p:cNvPr>
          <p:cNvCxnSpPr>
            <a:cxnSpLocks/>
          </p:cNvCxnSpPr>
          <p:nvPr/>
        </p:nvCxnSpPr>
        <p:spPr>
          <a:xfrm>
            <a:off x="1418321" y="4477820"/>
            <a:ext cx="6549948" cy="0"/>
          </a:xfrm>
          <a:prstGeom prst="straightConnector1">
            <a:avLst/>
          </a:prstGeom>
          <a:ln w="38100">
            <a:tailEnd type="arrow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3031100-186B-6E47-B85C-27C5B0EFE8C6}"/>
              </a:ext>
            </a:extLst>
          </p:cNvPr>
          <p:cNvSpPr txBox="1"/>
          <p:nvPr/>
        </p:nvSpPr>
        <p:spPr>
          <a:xfrm>
            <a:off x="1106421" y="1324141"/>
            <a:ext cx="31190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y</a:t>
            </a:r>
            <a:endParaRPr lang="ru-RU" sz="637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6826A7-BA04-6A40-9CDC-17AE7EBAF8B6}"/>
              </a:ext>
            </a:extLst>
          </p:cNvPr>
          <p:cNvSpPr txBox="1"/>
          <p:nvPr/>
        </p:nvSpPr>
        <p:spPr>
          <a:xfrm>
            <a:off x="7760335" y="4508983"/>
            <a:ext cx="31190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x</a:t>
            </a:r>
            <a:endParaRPr lang="ru-RU" sz="637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1F183522-77BF-7649-934A-68AA36A99723}"/>
              </a:ext>
            </a:extLst>
          </p:cNvPr>
          <p:cNvSpPr/>
          <p:nvPr/>
        </p:nvSpPr>
        <p:spPr>
          <a:xfrm>
            <a:off x="1678184" y="4110194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4B7FC2BB-DB4B-9447-9394-D51AB744C873}"/>
              </a:ext>
            </a:extLst>
          </p:cNvPr>
          <p:cNvSpPr/>
          <p:nvPr/>
        </p:nvSpPr>
        <p:spPr>
          <a:xfrm>
            <a:off x="2044290" y="3987398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CBC10460-98DF-2348-A470-9D590AA3EFA4}"/>
              </a:ext>
            </a:extLst>
          </p:cNvPr>
          <p:cNvSpPr/>
          <p:nvPr/>
        </p:nvSpPr>
        <p:spPr>
          <a:xfrm>
            <a:off x="2398058" y="3809195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35F2B123-9ED9-FF4F-9081-0E633244477D}"/>
              </a:ext>
            </a:extLst>
          </p:cNvPr>
          <p:cNvSpPr/>
          <p:nvPr/>
        </p:nvSpPr>
        <p:spPr>
          <a:xfrm>
            <a:off x="2735242" y="2411297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4680A516-2A9C-4344-8584-BC6C57F2FEAE}"/>
              </a:ext>
            </a:extLst>
          </p:cNvPr>
          <p:cNvSpPr/>
          <p:nvPr/>
        </p:nvSpPr>
        <p:spPr>
          <a:xfrm>
            <a:off x="3117900" y="2526098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4A7A9ABF-E776-6843-94D7-5F836E4C0B28}"/>
              </a:ext>
            </a:extLst>
          </p:cNvPr>
          <p:cNvSpPr/>
          <p:nvPr/>
        </p:nvSpPr>
        <p:spPr>
          <a:xfrm>
            <a:off x="3458575" y="2679568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D1323CAF-C3ED-6C41-9AB6-328DC9EB8F8B}"/>
              </a:ext>
            </a:extLst>
          </p:cNvPr>
          <p:cNvSpPr/>
          <p:nvPr/>
        </p:nvSpPr>
        <p:spPr>
          <a:xfrm>
            <a:off x="3805849" y="2579946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CF94FBA8-733A-5B41-A506-561028F61A8E}"/>
              </a:ext>
            </a:extLst>
          </p:cNvPr>
          <p:cNvSpPr/>
          <p:nvPr/>
        </p:nvSpPr>
        <p:spPr>
          <a:xfrm>
            <a:off x="4361410" y="3091587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683E7C5D-119E-EC4B-A6CE-BAE37B0EC3A6}"/>
              </a:ext>
            </a:extLst>
          </p:cNvPr>
          <p:cNvSpPr/>
          <p:nvPr/>
        </p:nvSpPr>
        <p:spPr>
          <a:xfrm>
            <a:off x="4644410" y="3321762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11309DCA-B239-4C47-B8CD-3ADCB14B45CA}"/>
              </a:ext>
            </a:extLst>
          </p:cNvPr>
          <p:cNvSpPr/>
          <p:nvPr/>
        </p:nvSpPr>
        <p:spPr>
          <a:xfrm>
            <a:off x="4927410" y="3198966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C6D46DBA-FC16-3845-8D15-8C2DEA6E5BB2}"/>
              </a:ext>
            </a:extLst>
          </p:cNvPr>
          <p:cNvSpPr/>
          <p:nvPr/>
        </p:nvSpPr>
        <p:spPr>
          <a:xfrm>
            <a:off x="5265092" y="2976987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32C5C87F-36E0-CA49-8CF5-E60E3442361C}"/>
              </a:ext>
            </a:extLst>
          </p:cNvPr>
          <p:cNvSpPr/>
          <p:nvPr/>
        </p:nvSpPr>
        <p:spPr>
          <a:xfrm>
            <a:off x="5599257" y="2925160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22BA8806-C04F-3F4A-A935-32B4EF066981}"/>
              </a:ext>
            </a:extLst>
          </p:cNvPr>
          <p:cNvSpPr/>
          <p:nvPr/>
        </p:nvSpPr>
        <p:spPr>
          <a:xfrm>
            <a:off x="5946531" y="2703810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E89685BD-CE28-E344-A0C3-CB90D7C739EB}"/>
              </a:ext>
            </a:extLst>
          </p:cNvPr>
          <p:cNvSpPr/>
          <p:nvPr/>
        </p:nvSpPr>
        <p:spPr>
          <a:xfrm>
            <a:off x="6260042" y="2581014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71E7A84A-7C5F-E342-BD8E-1A72A1969174}"/>
              </a:ext>
            </a:extLst>
          </p:cNvPr>
          <p:cNvSpPr/>
          <p:nvPr/>
        </p:nvSpPr>
        <p:spPr>
          <a:xfrm>
            <a:off x="6573553" y="2489764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50607485-BCED-EC43-A614-470214552828}"/>
              </a:ext>
            </a:extLst>
          </p:cNvPr>
          <p:cNvSpPr/>
          <p:nvPr/>
        </p:nvSpPr>
        <p:spPr>
          <a:xfrm>
            <a:off x="6883546" y="2403302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F70F26FE-3F70-D04A-B837-0BCC81ED27F0}"/>
              </a:ext>
            </a:extLst>
          </p:cNvPr>
          <p:cNvSpPr/>
          <p:nvPr/>
        </p:nvSpPr>
        <p:spPr>
          <a:xfrm>
            <a:off x="7193539" y="2316969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F8E254E8-2E1A-EC45-BC20-B4C750A87D32}"/>
              </a:ext>
            </a:extLst>
          </p:cNvPr>
          <p:cNvCxnSpPr>
            <a:cxnSpLocks/>
          </p:cNvCxnSpPr>
          <p:nvPr/>
        </p:nvCxnSpPr>
        <p:spPr>
          <a:xfrm flipV="1">
            <a:off x="2700586" y="1324141"/>
            <a:ext cx="0" cy="3153679"/>
          </a:xfrm>
          <a:prstGeom prst="straightConnector1">
            <a:avLst/>
          </a:prstGeom>
          <a:ln w="38100">
            <a:prstDash val="dash"/>
            <a:headEnd type="none"/>
            <a:tailEnd type="non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87FCA389-A80C-AE42-9D8D-F888A7D3659B}"/>
              </a:ext>
            </a:extLst>
          </p:cNvPr>
          <p:cNvCxnSpPr>
            <a:cxnSpLocks/>
          </p:cNvCxnSpPr>
          <p:nvPr/>
        </p:nvCxnSpPr>
        <p:spPr>
          <a:xfrm flipH="1">
            <a:off x="1418321" y="4054787"/>
            <a:ext cx="1282265" cy="7163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headEnd type="none"/>
            <a:tailEnd type="non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DFEDBA42-B97C-7046-9C5E-6C674A68A414}"/>
              </a:ext>
            </a:extLst>
          </p:cNvPr>
          <p:cNvCxnSpPr>
            <a:cxnSpLocks/>
          </p:cNvCxnSpPr>
          <p:nvPr/>
        </p:nvCxnSpPr>
        <p:spPr>
          <a:xfrm flipV="1">
            <a:off x="4190786" y="1324140"/>
            <a:ext cx="0" cy="3153679"/>
          </a:xfrm>
          <a:prstGeom prst="straightConnector1">
            <a:avLst/>
          </a:prstGeom>
          <a:ln w="38100">
            <a:prstDash val="dash"/>
            <a:headEnd type="none"/>
            <a:tailEnd type="non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312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" y="-10108"/>
            <a:ext cx="9138359" cy="5143500"/>
          </a:xfrm>
          <a:prstGeom prst="rect">
            <a:avLst/>
          </a:prstGeom>
        </p:spPr>
      </p:pic>
      <p:sp>
        <p:nvSpPr>
          <p:cNvPr id="30" name="object 4">
            <a:extLst>
              <a:ext uri="{FF2B5EF4-FFF2-40B4-BE49-F238E27FC236}">
                <a16:creationId xmlns:a16="http://schemas.microsoft.com/office/drawing/2014/main" id="{5CB473C5-59D5-41D0-9239-5C4F2B5184A0}"/>
              </a:ext>
            </a:extLst>
          </p:cNvPr>
          <p:cNvSpPr txBox="1"/>
          <p:nvPr/>
        </p:nvSpPr>
        <p:spPr>
          <a:xfrm>
            <a:off x="378647" y="492401"/>
            <a:ext cx="6651041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Деревья решений для регрессии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CD332DA-582C-844A-83D3-1E2A44CEF17F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EB5A9482-30C3-8242-A1F5-88AD2D80C0D7}"/>
              </a:ext>
            </a:extLst>
          </p:cNvPr>
          <p:cNvCxnSpPr>
            <a:cxnSpLocks/>
          </p:cNvCxnSpPr>
          <p:nvPr/>
        </p:nvCxnSpPr>
        <p:spPr>
          <a:xfrm flipV="1">
            <a:off x="1418321" y="1324141"/>
            <a:ext cx="0" cy="3153679"/>
          </a:xfrm>
          <a:prstGeom prst="straightConnector1">
            <a:avLst/>
          </a:prstGeom>
          <a:ln w="38100">
            <a:tailEnd type="arrow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1ABEFA28-4278-CF4C-BF30-3E0A64C02169}"/>
              </a:ext>
            </a:extLst>
          </p:cNvPr>
          <p:cNvCxnSpPr>
            <a:cxnSpLocks/>
          </p:cNvCxnSpPr>
          <p:nvPr/>
        </p:nvCxnSpPr>
        <p:spPr>
          <a:xfrm>
            <a:off x="1418321" y="4477820"/>
            <a:ext cx="6549948" cy="0"/>
          </a:xfrm>
          <a:prstGeom prst="straightConnector1">
            <a:avLst/>
          </a:prstGeom>
          <a:ln w="38100">
            <a:tailEnd type="arrow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3031100-186B-6E47-B85C-27C5B0EFE8C6}"/>
              </a:ext>
            </a:extLst>
          </p:cNvPr>
          <p:cNvSpPr txBox="1"/>
          <p:nvPr/>
        </p:nvSpPr>
        <p:spPr>
          <a:xfrm>
            <a:off x="1106421" y="1324141"/>
            <a:ext cx="31190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y</a:t>
            </a:r>
            <a:endParaRPr lang="ru-RU" sz="637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6826A7-BA04-6A40-9CDC-17AE7EBAF8B6}"/>
              </a:ext>
            </a:extLst>
          </p:cNvPr>
          <p:cNvSpPr txBox="1"/>
          <p:nvPr/>
        </p:nvSpPr>
        <p:spPr>
          <a:xfrm>
            <a:off x="7760335" y="4508983"/>
            <a:ext cx="31190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x</a:t>
            </a:r>
            <a:endParaRPr lang="ru-RU" sz="637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1F183522-77BF-7649-934A-68AA36A99723}"/>
              </a:ext>
            </a:extLst>
          </p:cNvPr>
          <p:cNvSpPr/>
          <p:nvPr/>
        </p:nvSpPr>
        <p:spPr>
          <a:xfrm>
            <a:off x="1678184" y="4110194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4B7FC2BB-DB4B-9447-9394-D51AB744C873}"/>
              </a:ext>
            </a:extLst>
          </p:cNvPr>
          <p:cNvSpPr/>
          <p:nvPr/>
        </p:nvSpPr>
        <p:spPr>
          <a:xfrm>
            <a:off x="2044290" y="3987398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CBC10460-98DF-2348-A470-9D590AA3EFA4}"/>
              </a:ext>
            </a:extLst>
          </p:cNvPr>
          <p:cNvSpPr/>
          <p:nvPr/>
        </p:nvSpPr>
        <p:spPr>
          <a:xfrm>
            <a:off x="2398058" y="3809195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35F2B123-9ED9-FF4F-9081-0E633244477D}"/>
              </a:ext>
            </a:extLst>
          </p:cNvPr>
          <p:cNvSpPr/>
          <p:nvPr/>
        </p:nvSpPr>
        <p:spPr>
          <a:xfrm>
            <a:off x="2735242" y="2411297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4680A516-2A9C-4344-8584-BC6C57F2FEAE}"/>
              </a:ext>
            </a:extLst>
          </p:cNvPr>
          <p:cNvSpPr/>
          <p:nvPr/>
        </p:nvSpPr>
        <p:spPr>
          <a:xfrm>
            <a:off x="3117900" y="2526098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4A7A9ABF-E776-6843-94D7-5F836E4C0B28}"/>
              </a:ext>
            </a:extLst>
          </p:cNvPr>
          <p:cNvSpPr/>
          <p:nvPr/>
        </p:nvSpPr>
        <p:spPr>
          <a:xfrm>
            <a:off x="3458575" y="2679568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D1323CAF-C3ED-6C41-9AB6-328DC9EB8F8B}"/>
              </a:ext>
            </a:extLst>
          </p:cNvPr>
          <p:cNvSpPr/>
          <p:nvPr/>
        </p:nvSpPr>
        <p:spPr>
          <a:xfrm>
            <a:off x="3805849" y="2579946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CF94FBA8-733A-5B41-A506-561028F61A8E}"/>
              </a:ext>
            </a:extLst>
          </p:cNvPr>
          <p:cNvSpPr/>
          <p:nvPr/>
        </p:nvSpPr>
        <p:spPr>
          <a:xfrm>
            <a:off x="4361410" y="3091587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683E7C5D-119E-EC4B-A6CE-BAE37B0EC3A6}"/>
              </a:ext>
            </a:extLst>
          </p:cNvPr>
          <p:cNvSpPr/>
          <p:nvPr/>
        </p:nvSpPr>
        <p:spPr>
          <a:xfrm>
            <a:off x="4644410" y="3321762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11309DCA-B239-4C47-B8CD-3ADCB14B45CA}"/>
              </a:ext>
            </a:extLst>
          </p:cNvPr>
          <p:cNvSpPr/>
          <p:nvPr/>
        </p:nvSpPr>
        <p:spPr>
          <a:xfrm>
            <a:off x="4927410" y="3198966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C6D46DBA-FC16-3845-8D15-8C2DEA6E5BB2}"/>
              </a:ext>
            </a:extLst>
          </p:cNvPr>
          <p:cNvSpPr/>
          <p:nvPr/>
        </p:nvSpPr>
        <p:spPr>
          <a:xfrm>
            <a:off x="5265092" y="2976987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32C5C87F-36E0-CA49-8CF5-E60E3442361C}"/>
              </a:ext>
            </a:extLst>
          </p:cNvPr>
          <p:cNvSpPr/>
          <p:nvPr/>
        </p:nvSpPr>
        <p:spPr>
          <a:xfrm>
            <a:off x="5599257" y="2925160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22BA8806-C04F-3F4A-A935-32B4EF066981}"/>
              </a:ext>
            </a:extLst>
          </p:cNvPr>
          <p:cNvSpPr/>
          <p:nvPr/>
        </p:nvSpPr>
        <p:spPr>
          <a:xfrm>
            <a:off x="5946531" y="2703810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E89685BD-CE28-E344-A0C3-CB90D7C739EB}"/>
              </a:ext>
            </a:extLst>
          </p:cNvPr>
          <p:cNvSpPr/>
          <p:nvPr/>
        </p:nvSpPr>
        <p:spPr>
          <a:xfrm>
            <a:off x="6260042" y="2581014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71E7A84A-7C5F-E342-BD8E-1A72A1969174}"/>
              </a:ext>
            </a:extLst>
          </p:cNvPr>
          <p:cNvSpPr/>
          <p:nvPr/>
        </p:nvSpPr>
        <p:spPr>
          <a:xfrm>
            <a:off x="6573553" y="2489764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50607485-BCED-EC43-A614-470214552828}"/>
              </a:ext>
            </a:extLst>
          </p:cNvPr>
          <p:cNvSpPr/>
          <p:nvPr/>
        </p:nvSpPr>
        <p:spPr>
          <a:xfrm>
            <a:off x="6883546" y="2403302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F70F26FE-3F70-D04A-B837-0BCC81ED27F0}"/>
              </a:ext>
            </a:extLst>
          </p:cNvPr>
          <p:cNvSpPr/>
          <p:nvPr/>
        </p:nvSpPr>
        <p:spPr>
          <a:xfrm>
            <a:off x="7193539" y="2316969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F8E254E8-2E1A-EC45-BC20-B4C750A87D32}"/>
              </a:ext>
            </a:extLst>
          </p:cNvPr>
          <p:cNvCxnSpPr>
            <a:cxnSpLocks/>
          </p:cNvCxnSpPr>
          <p:nvPr/>
        </p:nvCxnSpPr>
        <p:spPr>
          <a:xfrm flipV="1">
            <a:off x="2700586" y="1324141"/>
            <a:ext cx="0" cy="3153679"/>
          </a:xfrm>
          <a:prstGeom prst="straightConnector1">
            <a:avLst/>
          </a:prstGeom>
          <a:ln w="38100">
            <a:prstDash val="dash"/>
            <a:headEnd type="none"/>
            <a:tailEnd type="non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87FCA389-A80C-AE42-9D8D-F888A7D3659B}"/>
              </a:ext>
            </a:extLst>
          </p:cNvPr>
          <p:cNvCxnSpPr>
            <a:cxnSpLocks/>
          </p:cNvCxnSpPr>
          <p:nvPr/>
        </p:nvCxnSpPr>
        <p:spPr>
          <a:xfrm flipH="1">
            <a:off x="1418321" y="4054787"/>
            <a:ext cx="1282265" cy="7163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headEnd type="none"/>
            <a:tailEnd type="non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DFEDBA42-B97C-7046-9C5E-6C674A68A414}"/>
              </a:ext>
            </a:extLst>
          </p:cNvPr>
          <p:cNvCxnSpPr>
            <a:cxnSpLocks/>
          </p:cNvCxnSpPr>
          <p:nvPr/>
        </p:nvCxnSpPr>
        <p:spPr>
          <a:xfrm flipV="1">
            <a:off x="4190786" y="1324140"/>
            <a:ext cx="0" cy="3153679"/>
          </a:xfrm>
          <a:prstGeom prst="straightConnector1">
            <a:avLst/>
          </a:prstGeom>
          <a:ln w="38100">
            <a:prstDash val="dash"/>
            <a:headEnd type="none"/>
            <a:tailEnd type="non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B4049E19-99ED-A04D-89E6-D0E566281691}"/>
              </a:ext>
            </a:extLst>
          </p:cNvPr>
          <p:cNvCxnSpPr>
            <a:cxnSpLocks/>
          </p:cNvCxnSpPr>
          <p:nvPr/>
        </p:nvCxnSpPr>
        <p:spPr>
          <a:xfrm flipH="1" flipV="1">
            <a:off x="2712113" y="2649641"/>
            <a:ext cx="1478673" cy="7248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headEnd type="none"/>
            <a:tailEnd type="non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666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" y="-10108"/>
            <a:ext cx="9138359" cy="5143500"/>
          </a:xfrm>
          <a:prstGeom prst="rect">
            <a:avLst/>
          </a:prstGeom>
        </p:spPr>
      </p:pic>
      <p:sp>
        <p:nvSpPr>
          <p:cNvPr id="30" name="object 4">
            <a:extLst>
              <a:ext uri="{FF2B5EF4-FFF2-40B4-BE49-F238E27FC236}">
                <a16:creationId xmlns:a16="http://schemas.microsoft.com/office/drawing/2014/main" id="{5CB473C5-59D5-41D0-9239-5C4F2B5184A0}"/>
              </a:ext>
            </a:extLst>
          </p:cNvPr>
          <p:cNvSpPr txBox="1"/>
          <p:nvPr/>
        </p:nvSpPr>
        <p:spPr>
          <a:xfrm>
            <a:off x="378647" y="492401"/>
            <a:ext cx="6651041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Деревья решений для регрессии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CD332DA-582C-844A-83D3-1E2A44CEF17F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EB5A9482-30C3-8242-A1F5-88AD2D80C0D7}"/>
              </a:ext>
            </a:extLst>
          </p:cNvPr>
          <p:cNvCxnSpPr>
            <a:cxnSpLocks/>
          </p:cNvCxnSpPr>
          <p:nvPr/>
        </p:nvCxnSpPr>
        <p:spPr>
          <a:xfrm flipV="1">
            <a:off x="1418321" y="1324141"/>
            <a:ext cx="0" cy="3153679"/>
          </a:xfrm>
          <a:prstGeom prst="straightConnector1">
            <a:avLst/>
          </a:prstGeom>
          <a:ln w="38100">
            <a:tailEnd type="arrow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1ABEFA28-4278-CF4C-BF30-3E0A64C02169}"/>
              </a:ext>
            </a:extLst>
          </p:cNvPr>
          <p:cNvCxnSpPr>
            <a:cxnSpLocks/>
          </p:cNvCxnSpPr>
          <p:nvPr/>
        </p:nvCxnSpPr>
        <p:spPr>
          <a:xfrm>
            <a:off x="1418321" y="4477820"/>
            <a:ext cx="6549948" cy="0"/>
          </a:xfrm>
          <a:prstGeom prst="straightConnector1">
            <a:avLst/>
          </a:prstGeom>
          <a:ln w="38100">
            <a:tailEnd type="arrow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3031100-186B-6E47-B85C-27C5B0EFE8C6}"/>
              </a:ext>
            </a:extLst>
          </p:cNvPr>
          <p:cNvSpPr txBox="1"/>
          <p:nvPr/>
        </p:nvSpPr>
        <p:spPr>
          <a:xfrm>
            <a:off x="1106421" y="1324141"/>
            <a:ext cx="31190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y</a:t>
            </a:r>
            <a:endParaRPr lang="ru-RU" sz="637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6826A7-BA04-6A40-9CDC-17AE7EBAF8B6}"/>
              </a:ext>
            </a:extLst>
          </p:cNvPr>
          <p:cNvSpPr txBox="1"/>
          <p:nvPr/>
        </p:nvSpPr>
        <p:spPr>
          <a:xfrm>
            <a:off x="7760335" y="4508983"/>
            <a:ext cx="31190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x</a:t>
            </a:r>
            <a:endParaRPr lang="ru-RU" sz="637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1F183522-77BF-7649-934A-68AA36A99723}"/>
              </a:ext>
            </a:extLst>
          </p:cNvPr>
          <p:cNvSpPr/>
          <p:nvPr/>
        </p:nvSpPr>
        <p:spPr>
          <a:xfrm>
            <a:off x="1678184" y="4110194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4B7FC2BB-DB4B-9447-9394-D51AB744C873}"/>
              </a:ext>
            </a:extLst>
          </p:cNvPr>
          <p:cNvSpPr/>
          <p:nvPr/>
        </p:nvSpPr>
        <p:spPr>
          <a:xfrm>
            <a:off x="2044290" y="3987398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CBC10460-98DF-2348-A470-9D590AA3EFA4}"/>
              </a:ext>
            </a:extLst>
          </p:cNvPr>
          <p:cNvSpPr/>
          <p:nvPr/>
        </p:nvSpPr>
        <p:spPr>
          <a:xfrm>
            <a:off x="2398058" y="3809195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35F2B123-9ED9-FF4F-9081-0E633244477D}"/>
              </a:ext>
            </a:extLst>
          </p:cNvPr>
          <p:cNvSpPr/>
          <p:nvPr/>
        </p:nvSpPr>
        <p:spPr>
          <a:xfrm>
            <a:off x="2735242" y="2411297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4680A516-2A9C-4344-8584-BC6C57F2FEAE}"/>
              </a:ext>
            </a:extLst>
          </p:cNvPr>
          <p:cNvSpPr/>
          <p:nvPr/>
        </p:nvSpPr>
        <p:spPr>
          <a:xfrm>
            <a:off x="3117900" y="2526098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4A7A9ABF-E776-6843-94D7-5F836E4C0B28}"/>
              </a:ext>
            </a:extLst>
          </p:cNvPr>
          <p:cNvSpPr/>
          <p:nvPr/>
        </p:nvSpPr>
        <p:spPr>
          <a:xfrm>
            <a:off x="3458575" y="2679568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D1323CAF-C3ED-6C41-9AB6-328DC9EB8F8B}"/>
              </a:ext>
            </a:extLst>
          </p:cNvPr>
          <p:cNvSpPr/>
          <p:nvPr/>
        </p:nvSpPr>
        <p:spPr>
          <a:xfrm>
            <a:off x="3805849" y="2579946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CF94FBA8-733A-5B41-A506-561028F61A8E}"/>
              </a:ext>
            </a:extLst>
          </p:cNvPr>
          <p:cNvSpPr/>
          <p:nvPr/>
        </p:nvSpPr>
        <p:spPr>
          <a:xfrm>
            <a:off x="4361410" y="3091587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683E7C5D-119E-EC4B-A6CE-BAE37B0EC3A6}"/>
              </a:ext>
            </a:extLst>
          </p:cNvPr>
          <p:cNvSpPr/>
          <p:nvPr/>
        </p:nvSpPr>
        <p:spPr>
          <a:xfrm>
            <a:off x="4644410" y="3321762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11309DCA-B239-4C47-B8CD-3ADCB14B45CA}"/>
              </a:ext>
            </a:extLst>
          </p:cNvPr>
          <p:cNvSpPr/>
          <p:nvPr/>
        </p:nvSpPr>
        <p:spPr>
          <a:xfrm>
            <a:off x="4927410" y="3198966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C6D46DBA-FC16-3845-8D15-8C2DEA6E5BB2}"/>
              </a:ext>
            </a:extLst>
          </p:cNvPr>
          <p:cNvSpPr/>
          <p:nvPr/>
        </p:nvSpPr>
        <p:spPr>
          <a:xfrm>
            <a:off x="5265092" y="2976987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32C5C87F-36E0-CA49-8CF5-E60E3442361C}"/>
              </a:ext>
            </a:extLst>
          </p:cNvPr>
          <p:cNvSpPr/>
          <p:nvPr/>
        </p:nvSpPr>
        <p:spPr>
          <a:xfrm>
            <a:off x="5599257" y="2925160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22BA8806-C04F-3F4A-A935-32B4EF066981}"/>
              </a:ext>
            </a:extLst>
          </p:cNvPr>
          <p:cNvSpPr/>
          <p:nvPr/>
        </p:nvSpPr>
        <p:spPr>
          <a:xfrm>
            <a:off x="5946531" y="2703810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E89685BD-CE28-E344-A0C3-CB90D7C739EB}"/>
              </a:ext>
            </a:extLst>
          </p:cNvPr>
          <p:cNvSpPr/>
          <p:nvPr/>
        </p:nvSpPr>
        <p:spPr>
          <a:xfrm>
            <a:off x="6260042" y="2581014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71E7A84A-7C5F-E342-BD8E-1A72A1969174}"/>
              </a:ext>
            </a:extLst>
          </p:cNvPr>
          <p:cNvSpPr/>
          <p:nvPr/>
        </p:nvSpPr>
        <p:spPr>
          <a:xfrm>
            <a:off x="6573553" y="2489764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50607485-BCED-EC43-A614-470214552828}"/>
              </a:ext>
            </a:extLst>
          </p:cNvPr>
          <p:cNvSpPr/>
          <p:nvPr/>
        </p:nvSpPr>
        <p:spPr>
          <a:xfrm>
            <a:off x="6883546" y="2403302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F70F26FE-3F70-D04A-B837-0BCC81ED27F0}"/>
              </a:ext>
            </a:extLst>
          </p:cNvPr>
          <p:cNvSpPr/>
          <p:nvPr/>
        </p:nvSpPr>
        <p:spPr>
          <a:xfrm>
            <a:off x="7193539" y="2316969"/>
            <a:ext cx="245592" cy="2455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37"/>
          </a:p>
        </p:txBody>
      </p: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F8E254E8-2E1A-EC45-BC20-B4C750A87D32}"/>
              </a:ext>
            </a:extLst>
          </p:cNvPr>
          <p:cNvCxnSpPr>
            <a:cxnSpLocks/>
          </p:cNvCxnSpPr>
          <p:nvPr/>
        </p:nvCxnSpPr>
        <p:spPr>
          <a:xfrm flipV="1">
            <a:off x="2700586" y="1324141"/>
            <a:ext cx="0" cy="3153679"/>
          </a:xfrm>
          <a:prstGeom prst="straightConnector1">
            <a:avLst/>
          </a:prstGeom>
          <a:ln w="38100">
            <a:prstDash val="dash"/>
            <a:headEnd type="none"/>
            <a:tailEnd type="non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87FCA389-A80C-AE42-9D8D-F888A7D3659B}"/>
              </a:ext>
            </a:extLst>
          </p:cNvPr>
          <p:cNvCxnSpPr>
            <a:cxnSpLocks/>
          </p:cNvCxnSpPr>
          <p:nvPr/>
        </p:nvCxnSpPr>
        <p:spPr>
          <a:xfrm flipH="1">
            <a:off x="1418321" y="4054787"/>
            <a:ext cx="1282265" cy="7163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headEnd type="none"/>
            <a:tailEnd type="non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DFEDBA42-B97C-7046-9C5E-6C674A68A414}"/>
              </a:ext>
            </a:extLst>
          </p:cNvPr>
          <p:cNvCxnSpPr>
            <a:cxnSpLocks/>
          </p:cNvCxnSpPr>
          <p:nvPr/>
        </p:nvCxnSpPr>
        <p:spPr>
          <a:xfrm flipV="1">
            <a:off x="4190786" y="1324140"/>
            <a:ext cx="0" cy="3153679"/>
          </a:xfrm>
          <a:prstGeom prst="straightConnector1">
            <a:avLst/>
          </a:prstGeom>
          <a:ln w="38100">
            <a:prstDash val="dash"/>
            <a:headEnd type="none"/>
            <a:tailEnd type="non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B4049E19-99ED-A04D-89E6-D0E566281691}"/>
              </a:ext>
            </a:extLst>
          </p:cNvPr>
          <p:cNvCxnSpPr>
            <a:cxnSpLocks/>
          </p:cNvCxnSpPr>
          <p:nvPr/>
        </p:nvCxnSpPr>
        <p:spPr>
          <a:xfrm flipH="1" flipV="1">
            <a:off x="2712113" y="2649641"/>
            <a:ext cx="1478673" cy="7248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headEnd type="none"/>
            <a:tailEnd type="non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A3A01704-0ECB-2B46-8349-958546027070}"/>
              </a:ext>
            </a:extLst>
          </p:cNvPr>
          <p:cNvCxnSpPr>
            <a:cxnSpLocks/>
          </p:cNvCxnSpPr>
          <p:nvPr/>
        </p:nvCxnSpPr>
        <p:spPr>
          <a:xfrm flipV="1">
            <a:off x="5888921" y="1324140"/>
            <a:ext cx="0" cy="3153679"/>
          </a:xfrm>
          <a:prstGeom prst="straightConnector1">
            <a:avLst/>
          </a:prstGeom>
          <a:ln w="38100">
            <a:prstDash val="dash"/>
            <a:headEnd type="none"/>
            <a:tailEnd type="non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090F2E98-5D74-2F48-8048-4413C4F9676C}"/>
              </a:ext>
            </a:extLst>
          </p:cNvPr>
          <p:cNvCxnSpPr>
            <a:cxnSpLocks/>
          </p:cNvCxnSpPr>
          <p:nvPr/>
        </p:nvCxnSpPr>
        <p:spPr>
          <a:xfrm flipH="1" flipV="1">
            <a:off x="4195425" y="3234537"/>
            <a:ext cx="1693496" cy="3623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headEnd type="none"/>
            <a:tailEnd type="non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40F0A84E-2EF2-4F42-9603-4080B99F2F93}"/>
              </a:ext>
            </a:extLst>
          </p:cNvPr>
          <p:cNvCxnSpPr>
            <a:cxnSpLocks/>
          </p:cNvCxnSpPr>
          <p:nvPr/>
        </p:nvCxnSpPr>
        <p:spPr>
          <a:xfrm flipH="1" flipV="1">
            <a:off x="5891074" y="2557126"/>
            <a:ext cx="1693496" cy="3623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headEnd type="none"/>
            <a:tailEnd type="non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111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" y="66"/>
            <a:ext cx="9138837" cy="5143368"/>
          </a:xfrm>
          <a:prstGeom prst="rect">
            <a:avLst/>
          </a:prstGeom>
        </p:spPr>
      </p:pic>
      <p:sp>
        <p:nvSpPr>
          <p:cNvPr id="30" name="object 4">
            <a:extLst>
              <a:ext uri="{FF2B5EF4-FFF2-40B4-BE49-F238E27FC236}">
                <a16:creationId xmlns:a16="http://schemas.microsoft.com/office/drawing/2014/main" id="{5CB473C5-59D5-41D0-9239-5C4F2B5184A0}"/>
              </a:ext>
            </a:extLst>
          </p:cNvPr>
          <p:cNvSpPr txBox="1"/>
          <p:nvPr/>
        </p:nvSpPr>
        <p:spPr>
          <a:xfrm>
            <a:off x="413303" y="457746"/>
            <a:ext cx="6651041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Деревья решений для регрессии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5390F0A-EF0A-2F4E-996A-D7428F390E72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DB1A63F9-AD05-2F45-B460-D28D005053A7}"/>
              </a:ext>
            </a:extLst>
          </p:cNvPr>
          <p:cNvSpPr/>
          <p:nvPr/>
        </p:nvSpPr>
        <p:spPr>
          <a:xfrm>
            <a:off x="3670948" y="1607064"/>
            <a:ext cx="1765921" cy="618019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x</a:t>
            </a:r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 </a:t>
            </a:r>
            <a: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&lt; 30?</a:t>
            </a:r>
            <a:endParaRPr lang="ru-RU" sz="1819" dirty="0">
              <a:solidFill>
                <a:srgbClr val="0F316C"/>
              </a:solidFill>
              <a:latin typeface="IBM Plex Mono" panose="020B0509050203000203" pitchFamily="49" charset="-52"/>
              <a:cs typeface="Times New Roman" panose="02020603050405020304" pitchFamily="18" charset="0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3B567C0-F9BA-F049-8B50-D0C26587A4F2}"/>
              </a:ext>
            </a:extLst>
          </p:cNvPr>
          <p:cNvSpPr/>
          <p:nvPr/>
        </p:nvSpPr>
        <p:spPr>
          <a:xfrm>
            <a:off x="1944074" y="2563237"/>
            <a:ext cx="1311005" cy="623574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x &lt; 10?</a:t>
            </a:r>
            <a:endParaRPr lang="ru-RU" sz="1819" dirty="0">
              <a:solidFill>
                <a:srgbClr val="0F316C"/>
              </a:solidFill>
              <a:latin typeface="IBM Plex Mono" panose="020B0509050203000203" pitchFamily="49" charset="-52"/>
              <a:cs typeface="Times New Roman" panose="02020603050405020304" pitchFamily="18" charset="0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63F0BF6B-8874-CC42-893C-D623D9E4F58A}"/>
              </a:ext>
            </a:extLst>
          </p:cNvPr>
          <p:cNvSpPr/>
          <p:nvPr/>
        </p:nvSpPr>
        <p:spPr>
          <a:xfrm>
            <a:off x="5571104" y="2563237"/>
            <a:ext cx="1493240" cy="628771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х </a:t>
            </a:r>
            <a: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&gt; 60?</a:t>
            </a:r>
            <a:endParaRPr lang="ru-RU" sz="1819" dirty="0">
              <a:solidFill>
                <a:srgbClr val="0F316C"/>
              </a:solidFill>
              <a:latin typeface="IBM Plex Mono" panose="020B0509050203000203" pitchFamily="49" charset="-52"/>
              <a:cs typeface="Times New Roman" panose="02020603050405020304" pitchFamily="18" charset="0"/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E5E9179E-828D-E24A-B66C-5D22457AC91A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flipH="1">
            <a:off x="2599577" y="2225083"/>
            <a:ext cx="1954332" cy="338154"/>
          </a:xfrm>
          <a:prstGeom prst="straightConnector1">
            <a:avLst/>
          </a:prstGeom>
          <a:noFill/>
          <a:ln w="38100">
            <a:solidFill>
              <a:schemeClr val="tx2">
                <a:lumMod val="75000"/>
              </a:schemeClr>
            </a:solidFill>
            <a:tailEnd type="none" w="med" len="lg"/>
          </a:ln>
        </p:spPr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906645FD-3882-2943-BCBC-406B8CF28680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>
            <a:off x="4553909" y="2225083"/>
            <a:ext cx="1763815" cy="338153"/>
          </a:xfrm>
          <a:prstGeom prst="straightConnector1">
            <a:avLst/>
          </a:prstGeom>
          <a:noFill/>
          <a:ln w="38100">
            <a:solidFill>
              <a:schemeClr val="tx2">
                <a:lumMod val="75000"/>
              </a:schemeClr>
            </a:solidFill>
            <a:tailEnd type="none" w="med" len="lg"/>
          </a:ln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07942E4-DCE9-4340-837A-FC663C6F4115}"/>
              </a:ext>
            </a:extLst>
          </p:cNvPr>
          <p:cNvSpPr txBox="1"/>
          <p:nvPr/>
        </p:nvSpPr>
        <p:spPr>
          <a:xfrm>
            <a:off x="2879390" y="2190537"/>
            <a:ext cx="43795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Да</a:t>
            </a:r>
            <a:endParaRPr lang="ru-RU" sz="637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57523B-21F4-6B4A-A52F-5C1BEC1CA28A}"/>
              </a:ext>
            </a:extLst>
          </p:cNvPr>
          <p:cNvSpPr txBox="1"/>
          <p:nvPr/>
        </p:nvSpPr>
        <p:spPr>
          <a:xfrm>
            <a:off x="5999176" y="2190536"/>
            <a:ext cx="749853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Нет</a:t>
            </a:r>
            <a:endParaRPr lang="ru-RU" sz="637" dirty="0"/>
          </a:p>
        </p:txBody>
      </p:sp>
      <p:sp>
        <p:nvSpPr>
          <p:cNvPr id="33" name="Скругленный прямоугольник 32">
            <a:extLst>
              <a:ext uri="{FF2B5EF4-FFF2-40B4-BE49-F238E27FC236}">
                <a16:creationId xmlns:a16="http://schemas.microsoft.com/office/drawing/2014/main" id="{A62F0905-DC4A-E940-BB08-77BBD613DD0B}"/>
              </a:ext>
            </a:extLst>
          </p:cNvPr>
          <p:cNvSpPr/>
          <p:nvPr/>
        </p:nvSpPr>
        <p:spPr>
          <a:xfrm>
            <a:off x="4861076" y="3592321"/>
            <a:ext cx="1478371" cy="615980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75000"/>
              </a:lnSpc>
            </a:pPr>
            <a: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y = 48</a:t>
            </a:r>
            <a:endParaRPr lang="ru-RU" sz="1819" dirty="0">
              <a:solidFill>
                <a:srgbClr val="0F316C"/>
              </a:solidFill>
              <a:latin typeface="IBM Plex Mono" panose="020B0509050203000203" pitchFamily="49" charset="-52"/>
              <a:cs typeface="Times New Roman" panose="02020603050405020304" pitchFamily="18" charset="0"/>
            </a:endParaRPr>
          </a:p>
        </p:txBody>
      </p: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C17CE3F4-B5EE-334B-963F-35B7F708AE94}"/>
              </a:ext>
            </a:extLst>
          </p:cNvPr>
          <p:cNvCxnSpPr>
            <a:cxnSpLocks/>
            <a:stCxn id="16" idx="2"/>
            <a:endCxn id="33" idx="0"/>
          </p:cNvCxnSpPr>
          <p:nvPr/>
        </p:nvCxnSpPr>
        <p:spPr>
          <a:xfrm flipH="1">
            <a:off x="5600261" y="3192007"/>
            <a:ext cx="717463" cy="400314"/>
          </a:xfrm>
          <a:prstGeom prst="straightConnector1">
            <a:avLst/>
          </a:prstGeom>
          <a:noFill/>
          <a:ln w="38100">
            <a:solidFill>
              <a:schemeClr val="tx2">
                <a:lumMod val="75000"/>
              </a:schemeClr>
            </a:solidFill>
            <a:tailEnd type="none" w="med" len="lg"/>
          </a:ln>
        </p:spPr>
      </p:cxnSp>
      <p:sp>
        <p:nvSpPr>
          <p:cNvPr id="46" name="Скругленный прямоугольник 45">
            <a:extLst>
              <a:ext uri="{FF2B5EF4-FFF2-40B4-BE49-F238E27FC236}">
                <a16:creationId xmlns:a16="http://schemas.microsoft.com/office/drawing/2014/main" id="{2FB2E521-E032-D74D-BB11-FF373E5C1FC6}"/>
              </a:ext>
            </a:extLst>
          </p:cNvPr>
          <p:cNvSpPr/>
          <p:nvPr/>
        </p:nvSpPr>
        <p:spPr>
          <a:xfrm>
            <a:off x="6686005" y="3598445"/>
            <a:ext cx="1455544" cy="615980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75000"/>
              </a:lnSpc>
            </a:pPr>
            <a: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y = 72</a:t>
            </a:r>
            <a:endParaRPr lang="ru-RU" sz="1819" dirty="0">
              <a:solidFill>
                <a:srgbClr val="0F316C"/>
              </a:solidFill>
              <a:latin typeface="IBM Plex Mono" panose="020B0509050203000203" pitchFamily="49" charset="-52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DF03544-2A8A-F74E-A99B-33230A13581D}"/>
              </a:ext>
            </a:extLst>
          </p:cNvPr>
          <p:cNvSpPr txBox="1"/>
          <p:nvPr/>
        </p:nvSpPr>
        <p:spPr>
          <a:xfrm>
            <a:off x="5347003" y="3221640"/>
            <a:ext cx="43795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Да</a:t>
            </a:r>
            <a:endParaRPr lang="ru-RU" sz="637" dirty="0"/>
          </a:p>
        </p:txBody>
      </p: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FC178809-717A-B443-A318-DEC70008FA35}"/>
              </a:ext>
            </a:extLst>
          </p:cNvPr>
          <p:cNvCxnSpPr>
            <a:cxnSpLocks/>
            <a:stCxn id="46" idx="0"/>
            <a:endCxn id="16" idx="2"/>
          </p:cNvCxnSpPr>
          <p:nvPr/>
        </p:nvCxnSpPr>
        <p:spPr>
          <a:xfrm flipH="1" flipV="1">
            <a:off x="6317724" y="3192008"/>
            <a:ext cx="1096053" cy="406437"/>
          </a:xfrm>
          <a:prstGeom prst="straightConnector1">
            <a:avLst/>
          </a:prstGeom>
          <a:noFill/>
          <a:ln w="38100">
            <a:solidFill>
              <a:schemeClr val="tx2">
                <a:lumMod val="75000"/>
              </a:schemeClr>
            </a:solidFill>
            <a:tailEnd type="none" w="med" len="lg"/>
          </a:ln>
        </p:spPr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EC9E83B-0611-4441-B8D8-F941A80E9C61}"/>
              </a:ext>
            </a:extLst>
          </p:cNvPr>
          <p:cNvSpPr txBox="1"/>
          <p:nvPr/>
        </p:nvSpPr>
        <p:spPr>
          <a:xfrm>
            <a:off x="7205842" y="3206046"/>
            <a:ext cx="749853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Нет</a:t>
            </a:r>
            <a:endParaRPr lang="ru-RU" sz="637" dirty="0"/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1FA417AA-A3C6-2C42-B48A-D6BDC826DAA6}"/>
              </a:ext>
            </a:extLst>
          </p:cNvPr>
          <p:cNvSpPr/>
          <p:nvPr/>
        </p:nvSpPr>
        <p:spPr>
          <a:xfrm>
            <a:off x="1020196" y="3592321"/>
            <a:ext cx="1478371" cy="615980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75000"/>
              </a:lnSpc>
            </a:pPr>
            <a: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y = 15</a:t>
            </a:r>
            <a:endParaRPr lang="ru-RU" sz="1819" dirty="0">
              <a:solidFill>
                <a:srgbClr val="0F316C"/>
              </a:solidFill>
              <a:latin typeface="IBM Plex Mono" panose="020B0509050203000203" pitchFamily="49" charset="-52"/>
              <a:cs typeface="Times New Roman" panose="02020603050405020304" pitchFamily="18" charset="0"/>
            </a:endParaRPr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081AA0D1-D6BC-494C-A97C-35229F65025D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1759381" y="3192007"/>
            <a:ext cx="773842" cy="400314"/>
          </a:xfrm>
          <a:prstGeom prst="straightConnector1">
            <a:avLst/>
          </a:prstGeom>
          <a:noFill/>
          <a:ln w="38100">
            <a:solidFill>
              <a:schemeClr val="tx2">
                <a:lumMod val="75000"/>
              </a:schemeClr>
            </a:solidFill>
            <a:tailEnd type="none" w="med" len="lg"/>
          </a:ln>
        </p:spPr>
      </p:cxn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1EC497D0-0220-DC4C-B0B7-A7995B83D549}"/>
              </a:ext>
            </a:extLst>
          </p:cNvPr>
          <p:cNvSpPr/>
          <p:nvPr/>
        </p:nvSpPr>
        <p:spPr>
          <a:xfrm>
            <a:off x="2845125" y="3598445"/>
            <a:ext cx="1455544" cy="615980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75000"/>
              </a:lnSpc>
            </a:pPr>
            <a:r>
              <a:rPr lang="en-US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rPr>
              <a:t>y = 70</a:t>
            </a:r>
            <a:endParaRPr lang="ru-RU" sz="1819" dirty="0">
              <a:solidFill>
                <a:srgbClr val="0F316C"/>
              </a:solidFill>
              <a:latin typeface="IBM Plex Mono" panose="020B0509050203000203" pitchFamily="49" charset="-52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2FD6E4-F5D0-1B42-9CE6-4A8F7E72896A}"/>
              </a:ext>
            </a:extLst>
          </p:cNvPr>
          <p:cNvSpPr txBox="1"/>
          <p:nvPr/>
        </p:nvSpPr>
        <p:spPr>
          <a:xfrm>
            <a:off x="1506124" y="3221640"/>
            <a:ext cx="43795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Да</a:t>
            </a:r>
            <a:endParaRPr lang="ru-RU" sz="637" dirty="0"/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3B1D88DA-CB6C-4649-B6CB-6C758E7CD939}"/>
              </a:ext>
            </a:extLst>
          </p:cNvPr>
          <p:cNvCxnSpPr>
            <a:cxnSpLocks/>
            <a:stCxn id="25" idx="0"/>
          </p:cNvCxnSpPr>
          <p:nvPr/>
        </p:nvCxnSpPr>
        <p:spPr>
          <a:xfrm flipH="1" flipV="1">
            <a:off x="2533223" y="3192008"/>
            <a:ext cx="1039674" cy="406437"/>
          </a:xfrm>
          <a:prstGeom prst="straightConnector1">
            <a:avLst/>
          </a:prstGeom>
          <a:noFill/>
          <a:ln w="38100">
            <a:solidFill>
              <a:schemeClr val="tx2">
                <a:lumMod val="75000"/>
              </a:schemeClr>
            </a:solidFill>
            <a:tailEnd type="none" w="med" len="lg"/>
          </a:ln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3A72DF7-D176-8545-ACAC-C42994F26576}"/>
              </a:ext>
            </a:extLst>
          </p:cNvPr>
          <p:cNvSpPr txBox="1"/>
          <p:nvPr/>
        </p:nvSpPr>
        <p:spPr>
          <a:xfrm>
            <a:off x="3364963" y="3206046"/>
            <a:ext cx="749853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37" dirty="0">
                <a:latin typeface="IBM Plex Mono" panose="020B0509050203000203" pitchFamily="49" charset="-52"/>
                <a:cs typeface="Times New Roman" panose="02020603050405020304" pitchFamily="18" charset="0"/>
              </a:rPr>
              <a:t>Нет</a:t>
            </a:r>
            <a:endParaRPr lang="ru-RU" sz="637" dirty="0"/>
          </a:p>
        </p:txBody>
      </p:sp>
    </p:spTree>
    <p:extLst>
      <p:ext uri="{BB962C8B-B14F-4D97-AF65-F5344CB8AC3E}">
        <p14:creationId xmlns:p14="http://schemas.microsoft.com/office/powerpoint/2010/main" val="100255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AB0CEF61-0A72-84AB-B80C-82566BA97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>
            <a:extLst>
              <a:ext uri="{FF2B5EF4-FFF2-40B4-BE49-F238E27FC236}">
                <a16:creationId xmlns:a16="http://schemas.microsoft.com/office/drawing/2014/main" id="{54EA3A75-FC51-F62F-E705-3B9D20CB3784}"/>
              </a:ext>
            </a:extLst>
          </p:cNvPr>
          <p:cNvSpPr txBox="1"/>
          <p:nvPr/>
        </p:nvSpPr>
        <p:spPr>
          <a:xfrm>
            <a:off x="539999" y="1150807"/>
            <a:ext cx="8119091" cy="197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Линейные модели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Деревья решений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b="1" dirty="0">
                <a:latin typeface="Montserrat Medium"/>
                <a:ea typeface="Montserrat Medium"/>
                <a:cs typeface="Montserrat Medium"/>
                <a:sym typeface="Montserrat Medium"/>
              </a:rPr>
              <a:t>Ансамбли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Случайный лес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 err="1">
                <a:latin typeface="Montserrat Medium"/>
                <a:ea typeface="Montserrat Medium"/>
                <a:cs typeface="Montserrat Medium"/>
                <a:sym typeface="Montserrat Medium"/>
              </a:rPr>
              <a:t>Бустинг</a:t>
            </a: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A4342381-A949-D3A7-5078-70D4D7D829B3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Модели машинного обучения</a:t>
            </a:r>
          </a:p>
        </p:txBody>
      </p:sp>
    </p:spTree>
    <p:extLst>
      <p:ext uri="{BB962C8B-B14F-4D97-AF65-F5344CB8AC3E}">
        <p14:creationId xmlns:p14="http://schemas.microsoft.com/office/powerpoint/2010/main" val="1569378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" y="-10108"/>
            <a:ext cx="9138359" cy="5143500"/>
          </a:xfrm>
          <a:prstGeom prst="rect">
            <a:avLst/>
          </a:prstGeom>
        </p:spPr>
      </p:pic>
      <p:sp>
        <p:nvSpPr>
          <p:cNvPr id="30" name="object 4">
            <a:extLst>
              <a:ext uri="{FF2B5EF4-FFF2-40B4-BE49-F238E27FC236}">
                <a16:creationId xmlns:a16="http://schemas.microsoft.com/office/drawing/2014/main" id="{5CB473C5-59D5-41D0-9239-5C4F2B5184A0}"/>
              </a:ext>
            </a:extLst>
          </p:cNvPr>
          <p:cNvSpPr txBox="1"/>
          <p:nvPr/>
        </p:nvSpPr>
        <p:spPr>
          <a:xfrm>
            <a:off x="378647" y="492401"/>
            <a:ext cx="6651041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Ансамблевые методы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78647" y="1324141"/>
            <a:ext cx="8663953" cy="1436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183" dirty="0">
                <a:latin typeface="IBM Plex Mono"/>
                <a:ea typeface="Verdana" panose="020B0604030504040204" pitchFamily="34" charset="0"/>
              </a:rPr>
              <a:t> Комбинация слабых обучающих алгоритмов для получения сильного обучающего алгоритма </a:t>
            </a:r>
          </a:p>
          <a:p>
            <a:r>
              <a:rPr lang="ru-RU" sz="2183" dirty="0">
                <a:latin typeface="IBM Plex Mono"/>
                <a:ea typeface="Verdana" panose="020B060403050404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2183" dirty="0">
              <a:latin typeface="IBM Plex Mono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98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" y="-10108"/>
            <a:ext cx="9138359" cy="5143500"/>
          </a:xfrm>
          <a:prstGeom prst="rect">
            <a:avLst/>
          </a:prstGeom>
        </p:spPr>
      </p:pic>
      <p:sp>
        <p:nvSpPr>
          <p:cNvPr id="30" name="object 4">
            <a:extLst>
              <a:ext uri="{FF2B5EF4-FFF2-40B4-BE49-F238E27FC236}">
                <a16:creationId xmlns:a16="http://schemas.microsoft.com/office/drawing/2014/main" id="{5CB473C5-59D5-41D0-9239-5C4F2B5184A0}"/>
              </a:ext>
            </a:extLst>
          </p:cNvPr>
          <p:cNvSpPr txBox="1"/>
          <p:nvPr/>
        </p:nvSpPr>
        <p:spPr>
          <a:xfrm>
            <a:off x="378647" y="492401"/>
            <a:ext cx="6651041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Ансамблевые методы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78647" y="1324141"/>
            <a:ext cx="8663953" cy="2779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183" dirty="0">
                <a:latin typeface="IBM Plex Mono"/>
                <a:ea typeface="Verdana" panose="020B0604030504040204" pitchFamily="34" charset="0"/>
              </a:rPr>
              <a:t> Комбинация слабых обучающих алгоритмов для получения сильного обучающего алгоритма </a:t>
            </a:r>
          </a:p>
          <a:p>
            <a:r>
              <a:rPr lang="ru-RU" sz="2183" dirty="0">
                <a:latin typeface="IBM Plex Mono"/>
                <a:ea typeface="Verdana" panose="020B060403050404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183" dirty="0">
                <a:latin typeface="IBM Plex Mono"/>
                <a:ea typeface="Verdana" panose="020B0604030504040204" pitchFamily="34" charset="0"/>
              </a:rPr>
              <a:t> Слабый обучающий алгоритм (</a:t>
            </a:r>
            <a:r>
              <a:rPr lang="en-US" sz="2183" dirty="0">
                <a:latin typeface="IBM Plex Mono"/>
                <a:ea typeface="Verdana" panose="020B0604030504040204" pitchFamily="34" charset="0"/>
              </a:rPr>
              <a:t>weak learner):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83" dirty="0">
                <a:latin typeface="IBM Plex Mono"/>
                <a:ea typeface="Verdana" panose="020B0604030504040204" pitchFamily="34" charset="0"/>
              </a:rPr>
              <a:t> </a:t>
            </a:r>
            <a:r>
              <a:rPr lang="ru-RU" sz="2183" dirty="0">
                <a:latin typeface="IBM Plex Mono"/>
                <a:ea typeface="Verdana" panose="020B0604030504040204" pitchFamily="34" charset="0"/>
              </a:rPr>
              <a:t>Алгоритм, качество работы которого немного лучше случайного угадывания</a:t>
            </a:r>
          </a:p>
          <a:p>
            <a:pPr lvl="1">
              <a:buFont typeface="Arial" panose="020B0604020202020204" pitchFamily="34" charset="0"/>
              <a:buChar char="•"/>
            </a:pPr>
            <a:endParaRPr lang="ru-RU" sz="2183" dirty="0">
              <a:latin typeface="IBM Plex Mono"/>
              <a:ea typeface="Verdana" panose="020B0604030504040204" pitchFamily="34" charset="0"/>
            </a:endParaRPr>
          </a:p>
          <a:p>
            <a:pPr marL="623804" lvl="1" indent="-415869">
              <a:buFont typeface="Arial" panose="020B0604020202020204" pitchFamily="34" charset="0"/>
              <a:buChar char="•"/>
            </a:pPr>
            <a:endParaRPr lang="ru-RU" sz="2183" dirty="0">
              <a:latin typeface="IBM Plex Mono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638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" y="-10108"/>
            <a:ext cx="9138359" cy="5143500"/>
          </a:xfrm>
          <a:prstGeom prst="rect">
            <a:avLst/>
          </a:prstGeom>
        </p:spPr>
      </p:pic>
      <p:sp>
        <p:nvSpPr>
          <p:cNvPr id="30" name="object 4">
            <a:extLst>
              <a:ext uri="{FF2B5EF4-FFF2-40B4-BE49-F238E27FC236}">
                <a16:creationId xmlns:a16="http://schemas.microsoft.com/office/drawing/2014/main" id="{5CB473C5-59D5-41D0-9239-5C4F2B5184A0}"/>
              </a:ext>
            </a:extLst>
          </p:cNvPr>
          <p:cNvSpPr txBox="1"/>
          <p:nvPr/>
        </p:nvSpPr>
        <p:spPr>
          <a:xfrm>
            <a:off x="378647" y="492401"/>
            <a:ext cx="6651041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Ансамблевые методы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78647" y="1324141"/>
            <a:ext cx="8663953" cy="34515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183" dirty="0">
                <a:latin typeface="IBM Plex Mono"/>
                <a:ea typeface="Verdana" panose="020B0604030504040204" pitchFamily="34" charset="0"/>
              </a:rPr>
              <a:t> Комбинация слабых обучающих алгоритмов для получения сильного обучающего алгоритма </a:t>
            </a:r>
          </a:p>
          <a:p>
            <a:r>
              <a:rPr lang="ru-RU" sz="2183" dirty="0">
                <a:latin typeface="IBM Plex Mono"/>
                <a:ea typeface="Verdana" panose="020B060403050404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183" dirty="0">
                <a:latin typeface="IBM Plex Mono"/>
                <a:ea typeface="Verdana" panose="020B0604030504040204" pitchFamily="34" charset="0"/>
              </a:rPr>
              <a:t> Слабый обучающий алгоритм (</a:t>
            </a:r>
            <a:r>
              <a:rPr lang="en-US" sz="2183" dirty="0">
                <a:latin typeface="IBM Plex Mono"/>
                <a:ea typeface="Verdana" panose="020B0604030504040204" pitchFamily="34" charset="0"/>
              </a:rPr>
              <a:t>weak learner):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83" dirty="0">
                <a:latin typeface="IBM Plex Mono"/>
                <a:ea typeface="Verdana" panose="020B0604030504040204" pitchFamily="34" charset="0"/>
              </a:rPr>
              <a:t> </a:t>
            </a:r>
            <a:r>
              <a:rPr lang="ru-RU" sz="2183" dirty="0">
                <a:latin typeface="IBM Plex Mono"/>
                <a:ea typeface="Verdana" panose="020B0604030504040204" pitchFamily="34" charset="0"/>
              </a:rPr>
              <a:t>Алгоритм, качество работы которого немного лучше случайного угадывания</a:t>
            </a:r>
          </a:p>
          <a:p>
            <a:pPr lvl="1">
              <a:buFont typeface="Arial" panose="020B0604020202020204" pitchFamily="34" charset="0"/>
              <a:buChar char="•"/>
            </a:pPr>
            <a:endParaRPr lang="ru-RU" sz="2183" dirty="0">
              <a:latin typeface="IBM Plex Mono"/>
              <a:ea typeface="Verdan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183" dirty="0">
                <a:latin typeface="IBM Plex Mono"/>
                <a:ea typeface="Verdana" panose="020B0604030504040204" pitchFamily="34" charset="0"/>
              </a:rPr>
              <a:t> Сильный обучающий алгоритм (</a:t>
            </a:r>
            <a:r>
              <a:rPr lang="en-US" sz="2183" dirty="0">
                <a:latin typeface="IBM Plex Mono"/>
                <a:ea typeface="Verdana" panose="020B0604030504040204" pitchFamily="34" charset="0"/>
              </a:rPr>
              <a:t>strong learner):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83" dirty="0">
                <a:latin typeface="IBM Plex Mono"/>
                <a:ea typeface="Verdana" panose="020B0604030504040204" pitchFamily="34" charset="0"/>
              </a:rPr>
              <a:t> </a:t>
            </a:r>
            <a:r>
              <a:rPr lang="ru-RU" sz="2183" dirty="0">
                <a:latin typeface="IBM Plex Mono"/>
                <a:ea typeface="Verdana" panose="020B0604030504040204" pitchFamily="34" charset="0"/>
              </a:rPr>
              <a:t>Алгоритм с высоким качеством работы</a:t>
            </a:r>
            <a:endParaRPr lang="en-US" sz="2183" dirty="0">
              <a:latin typeface="IBM Plex Mono"/>
              <a:ea typeface="Verdana" panose="020B0604030504040204" pitchFamily="34" charset="0"/>
            </a:endParaRPr>
          </a:p>
          <a:p>
            <a:pPr marL="623804" lvl="1" indent="-415869">
              <a:buFont typeface="Arial" panose="020B0604020202020204" pitchFamily="34" charset="0"/>
              <a:buChar char="•"/>
            </a:pPr>
            <a:endParaRPr lang="ru-RU" sz="2183" dirty="0">
              <a:latin typeface="IBM Plex Mono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713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</a:rPr>
              <a:t>Комбинация слабых обучающих алгоритмов 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6EE625B-2EDB-5042-AEA3-6E1C948C53E7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F1BCDE5F-3908-4C4F-9191-E7A3F0954CD4}"/>
              </a:ext>
            </a:extLst>
          </p:cNvPr>
          <p:cNvSpPr/>
          <p:nvPr/>
        </p:nvSpPr>
        <p:spPr>
          <a:xfrm>
            <a:off x="1037107" y="2424206"/>
            <a:ext cx="2114004" cy="1108986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A75F3441-3596-5649-BD10-CF11C6E473EF}"/>
              </a:ext>
            </a:extLst>
          </p:cNvPr>
          <p:cNvSpPr/>
          <p:nvPr/>
        </p:nvSpPr>
        <p:spPr>
          <a:xfrm>
            <a:off x="1349010" y="2675718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47B9FE6-77A6-BD4A-A679-1615BE407619}"/>
              </a:ext>
            </a:extLst>
          </p:cNvPr>
          <p:cNvSpPr/>
          <p:nvPr/>
        </p:nvSpPr>
        <p:spPr>
          <a:xfrm>
            <a:off x="2735242" y="2745029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1FDF0EC9-DB80-5342-A1FF-EE8BDF9F669F}"/>
              </a:ext>
            </a:extLst>
          </p:cNvPr>
          <p:cNvSpPr/>
          <p:nvPr/>
        </p:nvSpPr>
        <p:spPr>
          <a:xfrm>
            <a:off x="2007470" y="3368834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AA00AA8F-BBBE-2E4C-8FE5-93EE0066F018}"/>
              </a:ext>
            </a:extLst>
          </p:cNvPr>
          <p:cNvSpPr/>
          <p:nvPr/>
        </p:nvSpPr>
        <p:spPr>
          <a:xfrm>
            <a:off x="1938159" y="2710373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D687E0A6-929E-644E-BCB2-7A721C796FC1}"/>
              </a:ext>
            </a:extLst>
          </p:cNvPr>
          <p:cNvSpPr/>
          <p:nvPr/>
        </p:nvSpPr>
        <p:spPr>
          <a:xfrm>
            <a:off x="1522289" y="3022276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C767776-199D-FE48-8E49-47FBBB752EAE}"/>
              </a:ext>
            </a:extLst>
          </p:cNvPr>
          <p:cNvSpPr/>
          <p:nvPr/>
        </p:nvSpPr>
        <p:spPr>
          <a:xfrm>
            <a:off x="2284717" y="3056932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65AA6027-7A1C-A44C-AB9D-52E30A985E4D}"/>
              </a:ext>
            </a:extLst>
          </p:cNvPr>
          <p:cNvSpPr/>
          <p:nvPr/>
        </p:nvSpPr>
        <p:spPr>
          <a:xfrm>
            <a:off x="1626256" y="2814341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45F2D113-C907-084E-8D97-CEEA96904C44}"/>
              </a:ext>
            </a:extLst>
          </p:cNvPr>
          <p:cNvSpPr/>
          <p:nvPr/>
        </p:nvSpPr>
        <p:spPr>
          <a:xfrm>
            <a:off x="2596619" y="2987620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829CF0FA-D2C4-CA44-B40A-D6D40BED8240}"/>
              </a:ext>
            </a:extLst>
          </p:cNvPr>
          <p:cNvSpPr/>
          <p:nvPr/>
        </p:nvSpPr>
        <p:spPr>
          <a:xfrm>
            <a:off x="1764879" y="3160899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5916124-024E-D54F-9FD2-EA378E63AD7E}"/>
              </a:ext>
            </a:extLst>
          </p:cNvPr>
          <p:cNvSpPr/>
          <p:nvPr/>
        </p:nvSpPr>
        <p:spPr>
          <a:xfrm>
            <a:off x="1938159" y="2502439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B502CC81-7EB2-554C-9313-AED3714AB1F0}"/>
              </a:ext>
            </a:extLst>
          </p:cNvPr>
          <p:cNvSpPr/>
          <p:nvPr/>
        </p:nvSpPr>
        <p:spPr>
          <a:xfrm>
            <a:off x="1175731" y="2883653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04F1758B-A18D-8243-80E0-6B9D777764FF}"/>
              </a:ext>
            </a:extLst>
          </p:cNvPr>
          <p:cNvSpPr/>
          <p:nvPr/>
        </p:nvSpPr>
        <p:spPr>
          <a:xfrm>
            <a:off x="2319372" y="2537094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98AF44AA-99F7-4845-8613-FFB309D851CB}"/>
              </a:ext>
            </a:extLst>
          </p:cNvPr>
          <p:cNvSpPr/>
          <p:nvPr/>
        </p:nvSpPr>
        <p:spPr>
          <a:xfrm>
            <a:off x="2457996" y="2779685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878E6256-C175-E140-AC8E-01D179B792C3}"/>
              </a:ext>
            </a:extLst>
          </p:cNvPr>
          <p:cNvSpPr/>
          <p:nvPr/>
        </p:nvSpPr>
        <p:spPr>
          <a:xfrm>
            <a:off x="2457996" y="3230211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13233400-1611-A347-80BE-D13A6C0BEF60}"/>
              </a:ext>
            </a:extLst>
          </p:cNvPr>
          <p:cNvSpPr/>
          <p:nvPr/>
        </p:nvSpPr>
        <p:spPr>
          <a:xfrm>
            <a:off x="2042126" y="2918308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A4CB51D0-237A-0A42-9F57-B8F33D3BC6F0}"/>
              </a:ext>
            </a:extLst>
          </p:cNvPr>
          <p:cNvSpPr/>
          <p:nvPr/>
        </p:nvSpPr>
        <p:spPr>
          <a:xfrm>
            <a:off x="2839210" y="2987620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415F7903-BF29-1441-A79B-91FE1CAD5E6B}"/>
              </a:ext>
            </a:extLst>
          </p:cNvPr>
          <p:cNvSpPr/>
          <p:nvPr/>
        </p:nvSpPr>
        <p:spPr>
          <a:xfrm>
            <a:off x="1626256" y="2606406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CF4D4030-B22C-5F4A-80C1-3FC7D747464A}"/>
              </a:ext>
            </a:extLst>
          </p:cNvPr>
          <p:cNvSpPr/>
          <p:nvPr/>
        </p:nvSpPr>
        <p:spPr>
          <a:xfrm>
            <a:off x="1591600" y="3230211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995905AC-3117-7E46-96CC-EC681001FA7F}"/>
              </a:ext>
            </a:extLst>
          </p:cNvPr>
          <p:cNvSpPr/>
          <p:nvPr/>
        </p:nvSpPr>
        <p:spPr>
          <a:xfrm>
            <a:off x="1418321" y="2848997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543A42C1-7CC7-3A4C-A042-AB48F8BA533B}"/>
              </a:ext>
            </a:extLst>
          </p:cNvPr>
          <p:cNvSpPr/>
          <p:nvPr/>
        </p:nvSpPr>
        <p:spPr>
          <a:xfrm>
            <a:off x="1834191" y="2918308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C43E7B60-2478-5040-8A38-61EC4C68885B}"/>
              </a:ext>
            </a:extLst>
          </p:cNvPr>
          <p:cNvSpPr/>
          <p:nvPr/>
        </p:nvSpPr>
        <p:spPr>
          <a:xfrm>
            <a:off x="2042126" y="3126243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01046434-2FD3-A24F-97CB-BA9DEBA6555D}"/>
              </a:ext>
            </a:extLst>
          </p:cNvPr>
          <p:cNvSpPr/>
          <p:nvPr/>
        </p:nvSpPr>
        <p:spPr>
          <a:xfrm>
            <a:off x="2284717" y="2883653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80BC826E-7263-E842-BF26-146963D0980C}"/>
              </a:ext>
            </a:extLst>
          </p:cNvPr>
          <p:cNvSpPr/>
          <p:nvPr/>
        </p:nvSpPr>
        <p:spPr>
          <a:xfrm>
            <a:off x="1210387" y="3056932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D83E4237-29E0-424A-86DA-8C470AF165D9}"/>
              </a:ext>
            </a:extLst>
          </p:cNvPr>
          <p:cNvSpPr/>
          <p:nvPr/>
        </p:nvSpPr>
        <p:spPr>
          <a:xfrm>
            <a:off x="2527307" y="2571750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7D82F500-EC2C-7D42-B194-52D2BBD97200}"/>
              </a:ext>
            </a:extLst>
          </p:cNvPr>
          <p:cNvSpPr/>
          <p:nvPr/>
        </p:nvSpPr>
        <p:spPr>
          <a:xfrm>
            <a:off x="2146093" y="2675718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19E6A2AC-FBD3-A644-8C07-21A7A5B9484F}"/>
              </a:ext>
            </a:extLst>
          </p:cNvPr>
          <p:cNvSpPr/>
          <p:nvPr/>
        </p:nvSpPr>
        <p:spPr>
          <a:xfrm>
            <a:off x="2665931" y="3160899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8BA5B2F-6A0A-7D48-AC40-A3FBAB919BFE}"/>
              </a:ext>
            </a:extLst>
          </p:cNvPr>
          <p:cNvSpPr/>
          <p:nvPr/>
        </p:nvSpPr>
        <p:spPr>
          <a:xfrm>
            <a:off x="3844640" y="1532076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Алгоритм 1</a:t>
            </a:r>
          </a:p>
        </p:txBody>
      </p:sp>
      <p:sp>
        <p:nvSpPr>
          <p:cNvPr id="34" name="Скругленный прямоугольник 33">
            <a:extLst>
              <a:ext uri="{FF2B5EF4-FFF2-40B4-BE49-F238E27FC236}">
                <a16:creationId xmlns:a16="http://schemas.microsoft.com/office/drawing/2014/main" id="{BD3AAC52-3515-6E47-8175-A2165DC990B8}"/>
              </a:ext>
            </a:extLst>
          </p:cNvPr>
          <p:cNvSpPr/>
          <p:nvPr/>
        </p:nvSpPr>
        <p:spPr>
          <a:xfrm>
            <a:off x="3844640" y="2311831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Алгоритм 2</a:t>
            </a:r>
          </a:p>
        </p:txBody>
      </p:sp>
      <p:sp>
        <p:nvSpPr>
          <p:cNvPr id="35" name="Скругленный прямоугольник 34">
            <a:extLst>
              <a:ext uri="{FF2B5EF4-FFF2-40B4-BE49-F238E27FC236}">
                <a16:creationId xmlns:a16="http://schemas.microsoft.com/office/drawing/2014/main" id="{E40AB4C8-DF29-1A42-9F87-D6ACB1AB5403}"/>
              </a:ext>
            </a:extLst>
          </p:cNvPr>
          <p:cNvSpPr/>
          <p:nvPr/>
        </p:nvSpPr>
        <p:spPr>
          <a:xfrm>
            <a:off x="3844228" y="3091587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Алгоритм 3</a:t>
            </a:r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F7517C93-73FB-2548-B828-6441023CE227}"/>
              </a:ext>
            </a:extLst>
          </p:cNvPr>
          <p:cNvSpPr/>
          <p:nvPr/>
        </p:nvSpPr>
        <p:spPr>
          <a:xfrm>
            <a:off x="3844228" y="3871343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Алгоритм 4</a:t>
            </a:r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4A7E3B06-02A8-7542-84AF-87708F2F08B0}"/>
              </a:ext>
            </a:extLst>
          </p:cNvPr>
          <p:cNvSpPr/>
          <p:nvPr/>
        </p:nvSpPr>
        <p:spPr>
          <a:xfrm>
            <a:off x="2215405" y="3264866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E28831F3-1BEE-D34F-A150-0D66CF01C297}"/>
              </a:ext>
            </a:extLst>
          </p:cNvPr>
          <p:cNvCxnSpPr>
            <a:cxnSpLocks/>
            <a:stCxn id="2" idx="7"/>
          </p:cNvCxnSpPr>
          <p:nvPr/>
        </p:nvCxnSpPr>
        <p:spPr>
          <a:xfrm flipV="1">
            <a:off x="2841523" y="2048943"/>
            <a:ext cx="1002705" cy="53767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1B25104A-90F8-4E4D-A8B6-DC5E28E65D43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3082751" y="2606406"/>
            <a:ext cx="761890" cy="155951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97AAC572-EEBA-C641-8709-1807184A4E2E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3064060" y="3202785"/>
            <a:ext cx="780168" cy="183377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F97EDD4E-89AD-6F45-8D27-17013B51F102}"/>
              </a:ext>
            </a:extLst>
          </p:cNvPr>
          <p:cNvCxnSpPr>
            <a:cxnSpLocks/>
            <a:stCxn id="2" idx="5"/>
          </p:cNvCxnSpPr>
          <p:nvPr/>
        </p:nvCxnSpPr>
        <p:spPr>
          <a:xfrm>
            <a:off x="2841523" y="3370785"/>
            <a:ext cx="1002705" cy="820867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431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</a:rPr>
              <a:t>Голосование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6EE625B-2EDB-5042-AEA3-6E1C948C53E7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A4CB51D0-237A-0A42-9F57-B8F33D3BC6F0}"/>
              </a:ext>
            </a:extLst>
          </p:cNvPr>
          <p:cNvSpPr/>
          <p:nvPr/>
        </p:nvSpPr>
        <p:spPr>
          <a:xfrm>
            <a:off x="1955395" y="2814341"/>
            <a:ext cx="301260" cy="301260"/>
          </a:xfrm>
          <a:prstGeom prst="ellipse">
            <a:avLst/>
          </a:prstGeom>
          <a:noFill/>
          <a:ln w="476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1455" dirty="0"/>
              <a:t>?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8BA5B2F-6A0A-7D48-AC40-A3FBAB919BFE}"/>
              </a:ext>
            </a:extLst>
          </p:cNvPr>
          <p:cNvSpPr/>
          <p:nvPr/>
        </p:nvSpPr>
        <p:spPr>
          <a:xfrm>
            <a:off x="3238073" y="1532076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Алгоритм 1</a:t>
            </a:r>
          </a:p>
        </p:txBody>
      </p:sp>
      <p:sp>
        <p:nvSpPr>
          <p:cNvPr id="34" name="Скругленный прямоугольник 33">
            <a:extLst>
              <a:ext uri="{FF2B5EF4-FFF2-40B4-BE49-F238E27FC236}">
                <a16:creationId xmlns:a16="http://schemas.microsoft.com/office/drawing/2014/main" id="{BD3AAC52-3515-6E47-8175-A2165DC990B8}"/>
              </a:ext>
            </a:extLst>
          </p:cNvPr>
          <p:cNvSpPr/>
          <p:nvPr/>
        </p:nvSpPr>
        <p:spPr>
          <a:xfrm>
            <a:off x="3238073" y="2311831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Алгоритм 2</a:t>
            </a:r>
          </a:p>
        </p:txBody>
      </p:sp>
      <p:sp>
        <p:nvSpPr>
          <p:cNvPr id="35" name="Скругленный прямоугольник 34">
            <a:extLst>
              <a:ext uri="{FF2B5EF4-FFF2-40B4-BE49-F238E27FC236}">
                <a16:creationId xmlns:a16="http://schemas.microsoft.com/office/drawing/2014/main" id="{E40AB4C8-DF29-1A42-9F87-D6ACB1AB5403}"/>
              </a:ext>
            </a:extLst>
          </p:cNvPr>
          <p:cNvSpPr/>
          <p:nvPr/>
        </p:nvSpPr>
        <p:spPr>
          <a:xfrm>
            <a:off x="3237660" y="3091587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Алгоритм 3</a:t>
            </a:r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F7517C93-73FB-2548-B828-6441023CE227}"/>
              </a:ext>
            </a:extLst>
          </p:cNvPr>
          <p:cNvSpPr/>
          <p:nvPr/>
        </p:nvSpPr>
        <p:spPr>
          <a:xfrm>
            <a:off x="3237660" y="3871343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Алгоритм 4</a:t>
            </a:r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E28831F3-1BEE-D34F-A150-0D66CF01C297}"/>
              </a:ext>
            </a:extLst>
          </p:cNvPr>
          <p:cNvCxnSpPr>
            <a:cxnSpLocks/>
          </p:cNvCxnSpPr>
          <p:nvPr/>
        </p:nvCxnSpPr>
        <p:spPr>
          <a:xfrm flipV="1">
            <a:off x="2234956" y="2048943"/>
            <a:ext cx="1002705" cy="66092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1B25104A-90F8-4E4D-A8B6-DC5E28E65D43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2336609" y="2606406"/>
            <a:ext cx="901464" cy="294317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97AAC572-EEBA-C641-8709-1807184A4E2E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2336609" y="3101946"/>
            <a:ext cx="901051" cy="284216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F97EDD4E-89AD-6F45-8D27-17013B51F102}"/>
              </a:ext>
            </a:extLst>
          </p:cNvPr>
          <p:cNvCxnSpPr>
            <a:cxnSpLocks/>
          </p:cNvCxnSpPr>
          <p:nvPr/>
        </p:nvCxnSpPr>
        <p:spPr>
          <a:xfrm>
            <a:off x="2256655" y="3238304"/>
            <a:ext cx="981006" cy="953348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83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</a:rPr>
              <a:t>Голосование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6EE625B-2EDB-5042-AEA3-6E1C948C53E7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A4CB51D0-237A-0A42-9F57-B8F33D3BC6F0}"/>
              </a:ext>
            </a:extLst>
          </p:cNvPr>
          <p:cNvSpPr/>
          <p:nvPr/>
        </p:nvSpPr>
        <p:spPr>
          <a:xfrm>
            <a:off x="1955395" y="2814341"/>
            <a:ext cx="301260" cy="301260"/>
          </a:xfrm>
          <a:prstGeom prst="ellipse">
            <a:avLst/>
          </a:prstGeom>
          <a:noFill/>
          <a:ln w="476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1455" dirty="0"/>
              <a:t>?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8BA5B2F-6A0A-7D48-AC40-A3FBAB919BFE}"/>
              </a:ext>
            </a:extLst>
          </p:cNvPr>
          <p:cNvSpPr/>
          <p:nvPr/>
        </p:nvSpPr>
        <p:spPr>
          <a:xfrm>
            <a:off x="3238073" y="1532076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Алгоритм 1</a:t>
            </a:r>
          </a:p>
        </p:txBody>
      </p:sp>
      <p:sp>
        <p:nvSpPr>
          <p:cNvPr id="34" name="Скругленный прямоугольник 33">
            <a:extLst>
              <a:ext uri="{FF2B5EF4-FFF2-40B4-BE49-F238E27FC236}">
                <a16:creationId xmlns:a16="http://schemas.microsoft.com/office/drawing/2014/main" id="{BD3AAC52-3515-6E47-8175-A2165DC990B8}"/>
              </a:ext>
            </a:extLst>
          </p:cNvPr>
          <p:cNvSpPr/>
          <p:nvPr/>
        </p:nvSpPr>
        <p:spPr>
          <a:xfrm>
            <a:off x="3238073" y="2311831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Алгоритм 2</a:t>
            </a:r>
          </a:p>
        </p:txBody>
      </p:sp>
      <p:sp>
        <p:nvSpPr>
          <p:cNvPr id="35" name="Скругленный прямоугольник 34">
            <a:extLst>
              <a:ext uri="{FF2B5EF4-FFF2-40B4-BE49-F238E27FC236}">
                <a16:creationId xmlns:a16="http://schemas.microsoft.com/office/drawing/2014/main" id="{E40AB4C8-DF29-1A42-9F87-D6ACB1AB5403}"/>
              </a:ext>
            </a:extLst>
          </p:cNvPr>
          <p:cNvSpPr/>
          <p:nvPr/>
        </p:nvSpPr>
        <p:spPr>
          <a:xfrm>
            <a:off x="3237660" y="3091587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Алгоритм 3</a:t>
            </a:r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F7517C93-73FB-2548-B828-6441023CE227}"/>
              </a:ext>
            </a:extLst>
          </p:cNvPr>
          <p:cNvSpPr/>
          <p:nvPr/>
        </p:nvSpPr>
        <p:spPr>
          <a:xfrm>
            <a:off x="3237660" y="3871343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Алгоритм 4</a:t>
            </a:r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E28831F3-1BEE-D34F-A150-0D66CF01C297}"/>
              </a:ext>
            </a:extLst>
          </p:cNvPr>
          <p:cNvCxnSpPr>
            <a:cxnSpLocks/>
          </p:cNvCxnSpPr>
          <p:nvPr/>
        </p:nvCxnSpPr>
        <p:spPr>
          <a:xfrm flipV="1">
            <a:off x="2234956" y="2048943"/>
            <a:ext cx="1002705" cy="66092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1B25104A-90F8-4E4D-A8B6-DC5E28E65D43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2336609" y="2606406"/>
            <a:ext cx="901464" cy="294317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97AAC572-EEBA-C641-8709-1807184A4E2E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2336609" y="3101946"/>
            <a:ext cx="901051" cy="284216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F97EDD4E-89AD-6F45-8D27-17013B51F102}"/>
              </a:ext>
            </a:extLst>
          </p:cNvPr>
          <p:cNvCxnSpPr>
            <a:cxnSpLocks/>
          </p:cNvCxnSpPr>
          <p:nvPr/>
        </p:nvCxnSpPr>
        <p:spPr>
          <a:xfrm>
            <a:off x="2256655" y="3238304"/>
            <a:ext cx="981006" cy="953348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66654640-1339-D04C-B22F-0DF60E91CE60}"/>
              </a:ext>
            </a:extLst>
          </p:cNvPr>
          <p:cNvCxnSpPr>
            <a:cxnSpLocks/>
          </p:cNvCxnSpPr>
          <p:nvPr/>
        </p:nvCxnSpPr>
        <p:spPr>
          <a:xfrm flipV="1">
            <a:off x="4972514" y="1851198"/>
            <a:ext cx="309839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42130495-911D-0549-AD80-AA2F0C98E1F6}"/>
              </a:ext>
            </a:extLst>
          </p:cNvPr>
          <p:cNvCxnSpPr>
            <a:cxnSpLocks/>
          </p:cNvCxnSpPr>
          <p:nvPr/>
        </p:nvCxnSpPr>
        <p:spPr>
          <a:xfrm flipV="1">
            <a:off x="4972514" y="2630954"/>
            <a:ext cx="309839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4B1F9AC3-FA32-A042-BB84-0FFA5623C22D}"/>
              </a:ext>
            </a:extLst>
          </p:cNvPr>
          <p:cNvCxnSpPr>
            <a:cxnSpLocks/>
          </p:cNvCxnSpPr>
          <p:nvPr/>
        </p:nvCxnSpPr>
        <p:spPr>
          <a:xfrm flipV="1">
            <a:off x="4972514" y="3386162"/>
            <a:ext cx="309839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DD490406-2440-3F4A-A98B-9AECF1811389}"/>
              </a:ext>
            </a:extLst>
          </p:cNvPr>
          <p:cNvCxnSpPr>
            <a:cxnSpLocks/>
          </p:cNvCxnSpPr>
          <p:nvPr/>
        </p:nvCxnSpPr>
        <p:spPr>
          <a:xfrm flipV="1">
            <a:off x="4970451" y="4191653"/>
            <a:ext cx="309839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Овал 48">
            <a:extLst>
              <a:ext uri="{FF2B5EF4-FFF2-40B4-BE49-F238E27FC236}">
                <a16:creationId xmlns:a16="http://schemas.microsoft.com/office/drawing/2014/main" id="{31563076-89B7-1342-95C7-C72058156DEC}"/>
              </a:ext>
            </a:extLst>
          </p:cNvPr>
          <p:cNvSpPr/>
          <p:nvPr/>
        </p:nvSpPr>
        <p:spPr>
          <a:xfrm>
            <a:off x="5414382" y="1700568"/>
            <a:ext cx="301260" cy="301260"/>
          </a:xfrm>
          <a:prstGeom prst="ellipse">
            <a:avLst/>
          </a:prstGeom>
          <a:solidFill>
            <a:srgbClr val="FF0000"/>
          </a:solidFill>
          <a:ln w="47625">
            <a:noFill/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0" name="Овал 49">
            <a:extLst>
              <a:ext uri="{FF2B5EF4-FFF2-40B4-BE49-F238E27FC236}">
                <a16:creationId xmlns:a16="http://schemas.microsoft.com/office/drawing/2014/main" id="{FF2AD323-9A99-874C-A3AA-7178600119B9}"/>
              </a:ext>
            </a:extLst>
          </p:cNvPr>
          <p:cNvSpPr/>
          <p:nvPr/>
        </p:nvSpPr>
        <p:spPr>
          <a:xfrm>
            <a:off x="5414382" y="3238304"/>
            <a:ext cx="301260" cy="301260"/>
          </a:xfrm>
          <a:prstGeom prst="ellipse">
            <a:avLst/>
          </a:prstGeom>
          <a:solidFill>
            <a:srgbClr val="FF0000"/>
          </a:solidFill>
          <a:ln w="47625">
            <a:noFill/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id="{C94BD977-767D-7C45-8AFB-4776547597D5}"/>
              </a:ext>
            </a:extLst>
          </p:cNvPr>
          <p:cNvSpPr/>
          <p:nvPr/>
        </p:nvSpPr>
        <p:spPr>
          <a:xfrm>
            <a:off x="5414382" y="2478425"/>
            <a:ext cx="301260" cy="301260"/>
          </a:xfrm>
          <a:prstGeom prst="ellipse">
            <a:avLst/>
          </a:prstGeom>
          <a:solidFill>
            <a:srgbClr val="FFC000"/>
          </a:solidFill>
          <a:ln w="47625">
            <a:noFill/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2" name="Овал 51">
            <a:extLst>
              <a:ext uri="{FF2B5EF4-FFF2-40B4-BE49-F238E27FC236}">
                <a16:creationId xmlns:a16="http://schemas.microsoft.com/office/drawing/2014/main" id="{8967924F-7438-9242-869E-468B00F04032}"/>
              </a:ext>
            </a:extLst>
          </p:cNvPr>
          <p:cNvSpPr/>
          <p:nvPr/>
        </p:nvSpPr>
        <p:spPr>
          <a:xfrm>
            <a:off x="5414382" y="4027294"/>
            <a:ext cx="301260" cy="301260"/>
          </a:xfrm>
          <a:prstGeom prst="ellipse">
            <a:avLst/>
          </a:prstGeom>
          <a:solidFill>
            <a:schemeClr val="tx2"/>
          </a:solidFill>
          <a:ln w="47625">
            <a:noFill/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</p:spTree>
    <p:extLst>
      <p:ext uri="{BB962C8B-B14F-4D97-AF65-F5344CB8AC3E}">
        <p14:creationId xmlns:p14="http://schemas.microsoft.com/office/powerpoint/2010/main" val="1386234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</a:rPr>
              <a:t>Голосование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6EE625B-2EDB-5042-AEA3-6E1C948C53E7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A4CB51D0-237A-0A42-9F57-B8F33D3BC6F0}"/>
              </a:ext>
            </a:extLst>
          </p:cNvPr>
          <p:cNvSpPr/>
          <p:nvPr/>
        </p:nvSpPr>
        <p:spPr>
          <a:xfrm>
            <a:off x="1955395" y="2814341"/>
            <a:ext cx="301260" cy="301260"/>
          </a:xfrm>
          <a:prstGeom prst="ellipse">
            <a:avLst/>
          </a:prstGeom>
          <a:noFill/>
          <a:ln w="476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1455" dirty="0"/>
              <a:t>?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8BA5B2F-6A0A-7D48-AC40-A3FBAB919BFE}"/>
              </a:ext>
            </a:extLst>
          </p:cNvPr>
          <p:cNvSpPr/>
          <p:nvPr/>
        </p:nvSpPr>
        <p:spPr>
          <a:xfrm>
            <a:off x="3238073" y="1532076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Алгоритм 1</a:t>
            </a:r>
          </a:p>
        </p:txBody>
      </p:sp>
      <p:sp>
        <p:nvSpPr>
          <p:cNvPr id="34" name="Скругленный прямоугольник 33">
            <a:extLst>
              <a:ext uri="{FF2B5EF4-FFF2-40B4-BE49-F238E27FC236}">
                <a16:creationId xmlns:a16="http://schemas.microsoft.com/office/drawing/2014/main" id="{BD3AAC52-3515-6E47-8175-A2165DC990B8}"/>
              </a:ext>
            </a:extLst>
          </p:cNvPr>
          <p:cNvSpPr/>
          <p:nvPr/>
        </p:nvSpPr>
        <p:spPr>
          <a:xfrm>
            <a:off x="3238073" y="2311831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Алгоритм 2</a:t>
            </a:r>
          </a:p>
        </p:txBody>
      </p:sp>
      <p:sp>
        <p:nvSpPr>
          <p:cNvPr id="35" name="Скругленный прямоугольник 34">
            <a:extLst>
              <a:ext uri="{FF2B5EF4-FFF2-40B4-BE49-F238E27FC236}">
                <a16:creationId xmlns:a16="http://schemas.microsoft.com/office/drawing/2014/main" id="{E40AB4C8-DF29-1A42-9F87-D6ACB1AB5403}"/>
              </a:ext>
            </a:extLst>
          </p:cNvPr>
          <p:cNvSpPr/>
          <p:nvPr/>
        </p:nvSpPr>
        <p:spPr>
          <a:xfrm>
            <a:off x="3237660" y="3091587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Алгоритм 3</a:t>
            </a:r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F7517C93-73FB-2548-B828-6441023CE227}"/>
              </a:ext>
            </a:extLst>
          </p:cNvPr>
          <p:cNvSpPr/>
          <p:nvPr/>
        </p:nvSpPr>
        <p:spPr>
          <a:xfrm>
            <a:off x="3237660" y="3871343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Алгоритм 4</a:t>
            </a:r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E28831F3-1BEE-D34F-A150-0D66CF01C297}"/>
              </a:ext>
            </a:extLst>
          </p:cNvPr>
          <p:cNvCxnSpPr>
            <a:cxnSpLocks/>
          </p:cNvCxnSpPr>
          <p:nvPr/>
        </p:nvCxnSpPr>
        <p:spPr>
          <a:xfrm flipV="1">
            <a:off x="2234956" y="2048943"/>
            <a:ext cx="1002705" cy="66092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1B25104A-90F8-4E4D-A8B6-DC5E28E65D43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2336609" y="2606406"/>
            <a:ext cx="901464" cy="294317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97AAC572-EEBA-C641-8709-1807184A4E2E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2336609" y="3101946"/>
            <a:ext cx="901051" cy="284216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F97EDD4E-89AD-6F45-8D27-17013B51F102}"/>
              </a:ext>
            </a:extLst>
          </p:cNvPr>
          <p:cNvCxnSpPr>
            <a:cxnSpLocks/>
          </p:cNvCxnSpPr>
          <p:nvPr/>
        </p:nvCxnSpPr>
        <p:spPr>
          <a:xfrm>
            <a:off x="2256655" y="3238304"/>
            <a:ext cx="981006" cy="953348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66654640-1339-D04C-B22F-0DF60E91CE60}"/>
              </a:ext>
            </a:extLst>
          </p:cNvPr>
          <p:cNvCxnSpPr>
            <a:cxnSpLocks/>
          </p:cNvCxnSpPr>
          <p:nvPr/>
        </p:nvCxnSpPr>
        <p:spPr>
          <a:xfrm flipV="1">
            <a:off x="4972514" y="1851198"/>
            <a:ext cx="309839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42130495-911D-0549-AD80-AA2F0C98E1F6}"/>
              </a:ext>
            </a:extLst>
          </p:cNvPr>
          <p:cNvCxnSpPr>
            <a:cxnSpLocks/>
          </p:cNvCxnSpPr>
          <p:nvPr/>
        </p:nvCxnSpPr>
        <p:spPr>
          <a:xfrm flipV="1">
            <a:off x="4972514" y="2630954"/>
            <a:ext cx="309839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4B1F9AC3-FA32-A042-BB84-0FFA5623C22D}"/>
              </a:ext>
            </a:extLst>
          </p:cNvPr>
          <p:cNvCxnSpPr>
            <a:cxnSpLocks/>
          </p:cNvCxnSpPr>
          <p:nvPr/>
        </p:nvCxnSpPr>
        <p:spPr>
          <a:xfrm flipV="1">
            <a:off x="4972514" y="3386162"/>
            <a:ext cx="309839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DD490406-2440-3F4A-A98B-9AECF1811389}"/>
              </a:ext>
            </a:extLst>
          </p:cNvPr>
          <p:cNvCxnSpPr>
            <a:cxnSpLocks/>
          </p:cNvCxnSpPr>
          <p:nvPr/>
        </p:nvCxnSpPr>
        <p:spPr>
          <a:xfrm flipV="1">
            <a:off x="4970451" y="4191653"/>
            <a:ext cx="309839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Овал 48">
            <a:extLst>
              <a:ext uri="{FF2B5EF4-FFF2-40B4-BE49-F238E27FC236}">
                <a16:creationId xmlns:a16="http://schemas.microsoft.com/office/drawing/2014/main" id="{31563076-89B7-1342-95C7-C72058156DEC}"/>
              </a:ext>
            </a:extLst>
          </p:cNvPr>
          <p:cNvSpPr/>
          <p:nvPr/>
        </p:nvSpPr>
        <p:spPr>
          <a:xfrm>
            <a:off x="5414382" y="1700568"/>
            <a:ext cx="301260" cy="301260"/>
          </a:xfrm>
          <a:prstGeom prst="ellipse">
            <a:avLst/>
          </a:prstGeom>
          <a:solidFill>
            <a:srgbClr val="FF0000"/>
          </a:solidFill>
          <a:ln w="47625">
            <a:noFill/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0" name="Овал 49">
            <a:extLst>
              <a:ext uri="{FF2B5EF4-FFF2-40B4-BE49-F238E27FC236}">
                <a16:creationId xmlns:a16="http://schemas.microsoft.com/office/drawing/2014/main" id="{FF2AD323-9A99-874C-A3AA-7178600119B9}"/>
              </a:ext>
            </a:extLst>
          </p:cNvPr>
          <p:cNvSpPr/>
          <p:nvPr/>
        </p:nvSpPr>
        <p:spPr>
          <a:xfrm>
            <a:off x="5414382" y="3238304"/>
            <a:ext cx="301260" cy="301260"/>
          </a:xfrm>
          <a:prstGeom prst="ellipse">
            <a:avLst/>
          </a:prstGeom>
          <a:solidFill>
            <a:srgbClr val="FF0000"/>
          </a:solidFill>
          <a:ln w="47625">
            <a:noFill/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id="{C94BD977-767D-7C45-8AFB-4776547597D5}"/>
              </a:ext>
            </a:extLst>
          </p:cNvPr>
          <p:cNvSpPr/>
          <p:nvPr/>
        </p:nvSpPr>
        <p:spPr>
          <a:xfrm>
            <a:off x="5414382" y="2478425"/>
            <a:ext cx="301260" cy="301260"/>
          </a:xfrm>
          <a:prstGeom prst="ellipse">
            <a:avLst/>
          </a:prstGeom>
          <a:solidFill>
            <a:srgbClr val="FFC000"/>
          </a:solidFill>
          <a:ln w="47625">
            <a:noFill/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2" name="Овал 51">
            <a:extLst>
              <a:ext uri="{FF2B5EF4-FFF2-40B4-BE49-F238E27FC236}">
                <a16:creationId xmlns:a16="http://schemas.microsoft.com/office/drawing/2014/main" id="{8967924F-7438-9242-869E-468B00F04032}"/>
              </a:ext>
            </a:extLst>
          </p:cNvPr>
          <p:cNvSpPr/>
          <p:nvPr/>
        </p:nvSpPr>
        <p:spPr>
          <a:xfrm>
            <a:off x="5414382" y="4027294"/>
            <a:ext cx="301260" cy="301260"/>
          </a:xfrm>
          <a:prstGeom prst="ellipse">
            <a:avLst/>
          </a:prstGeom>
          <a:solidFill>
            <a:schemeClr val="tx2"/>
          </a:solidFill>
          <a:ln w="47625">
            <a:noFill/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6" name="Закрывающая фигурная скобка 55">
            <a:extLst>
              <a:ext uri="{FF2B5EF4-FFF2-40B4-BE49-F238E27FC236}">
                <a16:creationId xmlns:a16="http://schemas.microsoft.com/office/drawing/2014/main" id="{5F878AD6-2018-8F48-AC9E-E182E2F41B94}"/>
              </a:ext>
            </a:extLst>
          </p:cNvPr>
          <p:cNvSpPr/>
          <p:nvPr/>
        </p:nvSpPr>
        <p:spPr>
          <a:xfrm>
            <a:off x="5888921" y="1700568"/>
            <a:ext cx="301260" cy="2601045"/>
          </a:xfrm>
          <a:prstGeom prst="rightBrace">
            <a:avLst>
              <a:gd name="adj1" fmla="val 75517"/>
              <a:gd name="adj2" fmla="val 50000"/>
            </a:avLst>
          </a:prstGeom>
          <a:ln w="47625">
            <a:solidFill>
              <a:srgbClr val="0071C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637" dirty="0"/>
          </a:p>
        </p:txBody>
      </p:sp>
      <p:sp>
        <p:nvSpPr>
          <p:cNvPr id="57" name="Овал 56">
            <a:extLst>
              <a:ext uri="{FF2B5EF4-FFF2-40B4-BE49-F238E27FC236}">
                <a16:creationId xmlns:a16="http://schemas.microsoft.com/office/drawing/2014/main" id="{3F5944E4-0732-EE4E-8178-B427FC2A336C}"/>
              </a:ext>
            </a:extLst>
          </p:cNvPr>
          <p:cNvSpPr/>
          <p:nvPr/>
        </p:nvSpPr>
        <p:spPr>
          <a:xfrm>
            <a:off x="6374102" y="2859639"/>
            <a:ext cx="301260" cy="301260"/>
          </a:xfrm>
          <a:prstGeom prst="ellipse">
            <a:avLst/>
          </a:prstGeom>
          <a:solidFill>
            <a:srgbClr val="FF0000"/>
          </a:solidFill>
          <a:ln w="47625">
            <a:noFill/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</p:spTree>
    <p:extLst>
      <p:ext uri="{BB962C8B-B14F-4D97-AF65-F5344CB8AC3E}">
        <p14:creationId xmlns:p14="http://schemas.microsoft.com/office/powerpoint/2010/main" val="569117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</a:rPr>
              <a:t>Регрессия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6EE625B-2EDB-5042-AEA3-6E1C948C53E7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A4CB51D0-237A-0A42-9F57-B8F33D3BC6F0}"/>
              </a:ext>
            </a:extLst>
          </p:cNvPr>
          <p:cNvSpPr/>
          <p:nvPr/>
        </p:nvSpPr>
        <p:spPr>
          <a:xfrm>
            <a:off x="1955395" y="2814341"/>
            <a:ext cx="301260" cy="301260"/>
          </a:xfrm>
          <a:prstGeom prst="ellipse">
            <a:avLst/>
          </a:prstGeom>
          <a:noFill/>
          <a:ln w="476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1455" dirty="0"/>
              <a:t>?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8BA5B2F-6A0A-7D48-AC40-A3FBAB919BFE}"/>
              </a:ext>
            </a:extLst>
          </p:cNvPr>
          <p:cNvSpPr/>
          <p:nvPr/>
        </p:nvSpPr>
        <p:spPr>
          <a:xfrm>
            <a:off x="3238073" y="1532076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Алгоритм 1</a:t>
            </a:r>
          </a:p>
        </p:txBody>
      </p:sp>
      <p:sp>
        <p:nvSpPr>
          <p:cNvPr id="34" name="Скругленный прямоугольник 33">
            <a:extLst>
              <a:ext uri="{FF2B5EF4-FFF2-40B4-BE49-F238E27FC236}">
                <a16:creationId xmlns:a16="http://schemas.microsoft.com/office/drawing/2014/main" id="{BD3AAC52-3515-6E47-8175-A2165DC990B8}"/>
              </a:ext>
            </a:extLst>
          </p:cNvPr>
          <p:cNvSpPr/>
          <p:nvPr/>
        </p:nvSpPr>
        <p:spPr>
          <a:xfrm>
            <a:off x="3238073" y="2311831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Алгоритм 2</a:t>
            </a:r>
          </a:p>
        </p:txBody>
      </p:sp>
      <p:sp>
        <p:nvSpPr>
          <p:cNvPr id="35" name="Скругленный прямоугольник 34">
            <a:extLst>
              <a:ext uri="{FF2B5EF4-FFF2-40B4-BE49-F238E27FC236}">
                <a16:creationId xmlns:a16="http://schemas.microsoft.com/office/drawing/2014/main" id="{E40AB4C8-DF29-1A42-9F87-D6ACB1AB5403}"/>
              </a:ext>
            </a:extLst>
          </p:cNvPr>
          <p:cNvSpPr/>
          <p:nvPr/>
        </p:nvSpPr>
        <p:spPr>
          <a:xfrm>
            <a:off x="3237660" y="3091587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Алгоритм 3</a:t>
            </a:r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F7517C93-73FB-2548-B828-6441023CE227}"/>
              </a:ext>
            </a:extLst>
          </p:cNvPr>
          <p:cNvSpPr/>
          <p:nvPr/>
        </p:nvSpPr>
        <p:spPr>
          <a:xfrm>
            <a:off x="3237660" y="3871343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Алгоритм 4</a:t>
            </a:r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E28831F3-1BEE-D34F-A150-0D66CF01C297}"/>
              </a:ext>
            </a:extLst>
          </p:cNvPr>
          <p:cNvCxnSpPr>
            <a:cxnSpLocks/>
          </p:cNvCxnSpPr>
          <p:nvPr/>
        </p:nvCxnSpPr>
        <p:spPr>
          <a:xfrm flipV="1">
            <a:off x="2234956" y="2048943"/>
            <a:ext cx="1002705" cy="66092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1B25104A-90F8-4E4D-A8B6-DC5E28E65D43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2336609" y="2606406"/>
            <a:ext cx="901464" cy="294317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97AAC572-EEBA-C641-8709-1807184A4E2E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2336609" y="3101946"/>
            <a:ext cx="901051" cy="284216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F97EDD4E-89AD-6F45-8D27-17013B51F102}"/>
              </a:ext>
            </a:extLst>
          </p:cNvPr>
          <p:cNvCxnSpPr>
            <a:cxnSpLocks/>
          </p:cNvCxnSpPr>
          <p:nvPr/>
        </p:nvCxnSpPr>
        <p:spPr>
          <a:xfrm>
            <a:off x="2256655" y="3238304"/>
            <a:ext cx="981006" cy="953348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66654640-1339-D04C-B22F-0DF60E91CE60}"/>
              </a:ext>
            </a:extLst>
          </p:cNvPr>
          <p:cNvCxnSpPr>
            <a:cxnSpLocks/>
          </p:cNvCxnSpPr>
          <p:nvPr/>
        </p:nvCxnSpPr>
        <p:spPr>
          <a:xfrm flipV="1">
            <a:off x="4972514" y="1851198"/>
            <a:ext cx="309839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42130495-911D-0549-AD80-AA2F0C98E1F6}"/>
              </a:ext>
            </a:extLst>
          </p:cNvPr>
          <p:cNvCxnSpPr>
            <a:cxnSpLocks/>
          </p:cNvCxnSpPr>
          <p:nvPr/>
        </p:nvCxnSpPr>
        <p:spPr>
          <a:xfrm flipV="1">
            <a:off x="4972514" y="2630954"/>
            <a:ext cx="309839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4B1F9AC3-FA32-A042-BB84-0FFA5623C22D}"/>
              </a:ext>
            </a:extLst>
          </p:cNvPr>
          <p:cNvCxnSpPr>
            <a:cxnSpLocks/>
          </p:cNvCxnSpPr>
          <p:nvPr/>
        </p:nvCxnSpPr>
        <p:spPr>
          <a:xfrm flipV="1">
            <a:off x="4972514" y="3386162"/>
            <a:ext cx="309839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DD490406-2440-3F4A-A98B-9AECF1811389}"/>
              </a:ext>
            </a:extLst>
          </p:cNvPr>
          <p:cNvCxnSpPr>
            <a:cxnSpLocks/>
          </p:cNvCxnSpPr>
          <p:nvPr/>
        </p:nvCxnSpPr>
        <p:spPr>
          <a:xfrm flipV="1">
            <a:off x="4970451" y="4191653"/>
            <a:ext cx="309839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Закрывающая фигурная скобка 55">
            <a:extLst>
              <a:ext uri="{FF2B5EF4-FFF2-40B4-BE49-F238E27FC236}">
                <a16:creationId xmlns:a16="http://schemas.microsoft.com/office/drawing/2014/main" id="{5F878AD6-2018-8F48-AC9E-E182E2F41B94}"/>
              </a:ext>
            </a:extLst>
          </p:cNvPr>
          <p:cNvSpPr/>
          <p:nvPr/>
        </p:nvSpPr>
        <p:spPr>
          <a:xfrm>
            <a:off x="6038695" y="1700568"/>
            <a:ext cx="301260" cy="2601045"/>
          </a:xfrm>
          <a:prstGeom prst="rightBrace">
            <a:avLst>
              <a:gd name="adj1" fmla="val 75517"/>
              <a:gd name="adj2" fmla="val 50000"/>
            </a:avLst>
          </a:prstGeom>
          <a:ln w="47625">
            <a:solidFill>
              <a:srgbClr val="0071C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637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FA1AA2-0EEC-EE46-9592-CDC9C06C012C}"/>
              </a:ext>
            </a:extLst>
          </p:cNvPr>
          <p:cNvSpPr txBox="1"/>
          <p:nvPr/>
        </p:nvSpPr>
        <p:spPr>
          <a:xfrm>
            <a:off x="5334428" y="1704222"/>
            <a:ext cx="766827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10</a:t>
            </a:r>
            <a:r>
              <a:rPr lang="en-US" sz="1637" dirty="0">
                <a:latin typeface="IBM Plex Mono" panose="020B0509050203000203" pitchFamily="49" charset="0"/>
              </a:rPr>
              <a:t>.0</a:t>
            </a:r>
            <a:endParaRPr lang="ru-RU" sz="1637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173D37-1CC1-C54A-8FA0-3ECDEA95429C}"/>
              </a:ext>
            </a:extLst>
          </p:cNvPr>
          <p:cNvSpPr txBox="1"/>
          <p:nvPr/>
        </p:nvSpPr>
        <p:spPr>
          <a:xfrm>
            <a:off x="5351772" y="2485733"/>
            <a:ext cx="685122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11</a:t>
            </a:r>
            <a:r>
              <a:rPr lang="en-US" sz="1637" dirty="0">
                <a:latin typeface="IBM Plex Mono" panose="020B0509050203000203" pitchFamily="49" charset="0"/>
              </a:rPr>
              <a:t>.2</a:t>
            </a:r>
            <a:endParaRPr lang="ru-RU" sz="1637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1B5B2D-8015-B74B-B3FF-B7BD36C4CE27}"/>
              </a:ext>
            </a:extLst>
          </p:cNvPr>
          <p:cNvSpPr txBox="1"/>
          <p:nvPr/>
        </p:nvSpPr>
        <p:spPr>
          <a:xfrm>
            <a:off x="5351771" y="3230211"/>
            <a:ext cx="749483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10</a:t>
            </a:r>
            <a:r>
              <a:rPr lang="en-US" sz="1637" dirty="0">
                <a:latin typeface="IBM Plex Mono" panose="020B0509050203000203" pitchFamily="49" charset="0"/>
              </a:rPr>
              <a:t>.5</a:t>
            </a:r>
            <a:endParaRPr lang="ru-RU" sz="1637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A78C75-C098-F64B-9DD8-942ED9A59340}"/>
              </a:ext>
            </a:extLst>
          </p:cNvPr>
          <p:cNvSpPr txBox="1"/>
          <p:nvPr/>
        </p:nvSpPr>
        <p:spPr>
          <a:xfrm>
            <a:off x="5351772" y="4045245"/>
            <a:ext cx="749482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10</a:t>
            </a:r>
            <a:r>
              <a:rPr lang="en-US" sz="1637" dirty="0">
                <a:latin typeface="IBM Plex Mono" panose="020B0509050203000203" pitchFamily="49" charset="0"/>
              </a:rPr>
              <a:t>.3</a:t>
            </a:r>
            <a:endParaRPr lang="ru-RU" sz="1637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C7362E-B616-7A43-9578-9BD70ADED114}"/>
              </a:ext>
            </a:extLst>
          </p:cNvPr>
          <p:cNvSpPr txBox="1"/>
          <p:nvPr/>
        </p:nvSpPr>
        <p:spPr>
          <a:xfrm>
            <a:off x="6419883" y="2854114"/>
            <a:ext cx="918496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10</a:t>
            </a:r>
            <a:r>
              <a:rPr lang="en-US" sz="1637" dirty="0">
                <a:latin typeface="IBM Plex Mono" panose="020B0509050203000203" pitchFamily="49" charset="0"/>
              </a:rPr>
              <a:t>.5</a:t>
            </a:r>
            <a:endParaRPr lang="ru-RU" sz="1637" dirty="0"/>
          </a:p>
        </p:txBody>
      </p:sp>
    </p:spTree>
    <p:extLst>
      <p:ext uri="{BB962C8B-B14F-4D97-AF65-F5344CB8AC3E}">
        <p14:creationId xmlns:p14="http://schemas.microsoft.com/office/powerpoint/2010/main" val="75210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" y="-10108"/>
            <a:ext cx="9138359" cy="5143500"/>
          </a:xfrm>
          <a:prstGeom prst="rect">
            <a:avLst/>
          </a:prstGeom>
        </p:spPr>
      </p:pic>
      <p:sp>
        <p:nvSpPr>
          <p:cNvPr id="30" name="object 4">
            <a:extLst>
              <a:ext uri="{FF2B5EF4-FFF2-40B4-BE49-F238E27FC236}">
                <a16:creationId xmlns:a16="http://schemas.microsoft.com/office/drawing/2014/main" id="{5CB473C5-59D5-41D0-9239-5C4F2B5184A0}"/>
              </a:ext>
            </a:extLst>
          </p:cNvPr>
          <p:cNvSpPr txBox="1"/>
          <p:nvPr/>
        </p:nvSpPr>
        <p:spPr>
          <a:xfrm>
            <a:off x="378647" y="492401"/>
            <a:ext cx="6651041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Условия работы ансамблевых методов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78647" y="1324141"/>
            <a:ext cx="8663953" cy="11001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183" dirty="0">
                <a:latin typeface="IBM Plex Mono"/>
                <a:ea typeface="Verdana" panose="020B0604030504040204" pitchFamily="34" charset="0"/>
              </a:rPr>
              <a:t> Слабые обучающие алгоритмы в ансамбле должны быть независимы</a:t>
            </a:r>
          </a:p>
          <a:p>
            <a:endParaRPr lang="ru-RU" sz="2183" dirty="0">
              <a:latin typeface="IBM Plex Mono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05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" y="-10108"/>
            <a:ext cx="9138359" cy="5143500"/>
          </a:xfrm>
          <a:prstGeom prst="rect">
            <a:avLst/>
          </a:prstGeom>
        </p:spPr>
      </p:pic>
      <p:sp>
        <p:nvSpPr>
          <p:cNvPr id="30" name="object 4">
            <a:extLst>
              <a:ext uri="{FF2B5EF4-FFF2-40B4-BE49-F238E27FC236}">
                <a16:creationId xmlns:a16="http://schemas.microsoft.com/office/drawing/2014/main" id="{5CB473C5-59D5-41D0-9239-5C4F2B5184A0}"/>
              </a:ext>
            </a:extLst>
          </p:cNvPr>
          <p:cNvSpPr txBox="1"/>
          <p:nvPr/>
        </p:nvSpPr>
        <p:spPr>
          <a:xfrm>
            <a:off x="378647" y="492401"/>
            <a:ext cx="6651041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Условия работы ансамблевых методов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78647" y="1324141"/>
            <a:ext cx="8663953" cy="2107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183" dirty="0">
                <a:latin typeface="IBM Plex Mono"/>
                <a:ea typeface="Verdana" panose="020B0604030504040204" pitchFamily="34" charset="0"/>
              </a:rPr>
              <a:t> Слабые обучающие алгоритмы в ансамбле должны быть независимы</a:t>
            </a:r>
          </a:p>
          <a:p>
            <a:r>
              <a:rPr lang="ru-RU" sz="2183" dirty="0">
                <a:latin typeface="IBM Plex Mono"/>
                <a:ea typeface="Verdana" panose="020B060403050404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183" dirty="0">
                <a:latin typeface="IBM Plex Mono"/>
                <a:ea typeface="Verdana" panose="020B0604030504040204" pitchFamily="34" charset="0"/>
              </a:rPr>
              <a:t> Погрешности слабых обучающих алгоритмов будут компенсировать друг друга</a:t>
            </a:r>
            <a:endParaRPr lang="en-US" sz="2183" dirty="0">
              <a:latin typeface="IBM Plex Mono"/>
              <a:ea typeface="Verdana" panose="020B0604030504040204" pitchFamily="34" charset="0"/>
            </a:endParaRPr>
          </a:p>
          <a:p>
            <a:pPr lvl="1"/>
            <a:r>
              <a:rPr lang="en-US" sz="2183" dirty="0">
                <a:latin typeface="IBM Plex Mono"/>
                <a:ea typeface="Verdana" panose="020B0604030504040204" pitchFamily="34" charset="0"/>
              </a:rPr>
              <a:t> </a:t>
            </a:r>
            <a:endParaRPr lang="ru-RU" sz="2183" dirty="0">
              <a:latin typeface="IBM Plex Mono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68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" y="-10108"/>
            <a:ext cx="9138359" cy="5143500"/>
          </a:xfrm>
          <a:prstGeom prst="rect">
            <a:avLst/>
          </a:prstGeom>
        </p:spPr>
      </p:pic>
      <p:sp>
        <p:nvSpPr>
          <p:cNvPr id="30" name="object 4">
            <a:extLst>
              <a:ext uri="{FF2B5EF4-FFF2-40B4-BE49-F238E27FC236}">
                <a16:creationId xmlns:a16="http://schemas.microsoft.com/office/drawing/2014/main" id="{5CB473C5-59D5-41D0-9239-5C4F2B5184A0}"/>
              </a:ext>
            </a:extLst>
          </p:cNvPr>
          <p:cNvSpPr txBox="1"/>
          <p:nvPr/>
        </p:nvSpPr>
        <p:spPr>
          <a:xfrm>
            <a:off x="378647" y="492401"/>
            <a:ext cx="6651041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Условия работы ансамблевых методов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78647" y="1324141"/>
            <a:ext cx="8663953" cy="31156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183" dirty="0">
                <a:latin typeface="IBM Plex Mono"/>
                <a:ea typeface="Verdana" panose="020B0604030504040204" pitchFamily="34" charset="0"/>
              </a:rPr>
              <a:t> Слабые обучающие алгоритмы в ансамбле должны быть независимы</a:t>
            </a:r>
          </a:p>
          <a:p>
            <a:r>
              <a:rPr lang="ru-RU" sz="2183" dirty="0">
                <a:latin typeface="IBM Plex Mono"/>
                <a:ea typeface="Verdana" panose="020B060403050404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183" dirty="0">
                <a:latin typeface="IBM Plex Mono"/>
                <a:ea typeface="Verdana" panose="020B0604030504040204" pitchFamily="34" charset="0"/>
              </a:rPr>
              <a:t> Погрешности слабых обучающих алгоритмов будут компенсировать друг друга</a:t>
            </a:r>
            <a:endParaRPr lang="en-US" sz="2183" dirty="0">
              <a:latin typeface="IBM Plex Mono"/>
              <a:ea typeface="Verdana" panose="020B0604030504040204" pitchFamily="34" charset="0"/>
            </a:endParaRPr>
          </a:p>
          <a:p>
            <a:pPr lvl="1"/>
            <a:r>
              <a:rPr lang="en-US" sz="2183" dirty="0">
                <a:latin typeface="IBM Plex Mono"/>
                <a:ea typeface="Verdana" panose="020B0604030504040204" pitchFamily="34" charset="0"/>
              </a:rPr>
              <a:t> </a:t>
            </a:r>
            <a:endParaRPr lang="ru-RU" sz="2183" dirty="0">
              <a:latin typeface="IBM Plex Mono"/>
              <a:ea typeface="Verdan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183" dirty="0">
                <a:latin typeface="IBM Plex Mono"/>
                <a:ea typeface="Verdana" panose="020B0604030504040204" pitchFamily="34" charset="0"/>
              </a:rPr>
              <a:t> Комбинировать похожие слабые обучающие алгоритмы не имеет смысла</a:t>
            </a:r>
            <a:endParaRPr lang="en-US" sz="2183" dirty="0">
              <a:latin typeface="IBM Plex Mono"/>
              <a:ea typeface="Verdana" panose="020B0604030504040204" pitchFamily="34" charset="0"/>
            </a:endParaRPr>
          </a:p>
          <a:p>
            <a:pPr lvl="1"/>
            <a:endParaRPr lang="ru-RU" sz="2183" dirty="0">
              <a:latin typeface="IBM Plex Mono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928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</a:rPr>
              <a:t>Комбинация различных алгоритмов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6EE625B-2EDB-5042-AEA3-6E1C948C53E7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F1BCDE5F-3908-4C4F-9191-E7A3F0954CD4}"/>
              </a:ext>
            </a:extLst>
          </p:cNvPr>
          <p:cNvSpPr/>
          <p:nvPr/>
        </p:nvSpPr>
        <p:spPr>
          <a:xfrm>
            <a:off x="1037107" y="2424206"/>
            <a:ext cx="2114004" cy="1108986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A75F3441-3596-5649-BD10-CF11C6E473EF}"/>
              </a:ext>
            </a:extLst>
          </p:cNvPr>
          <p:cNvSpPr/>
          <p:nvPr/>
        </p:nvSpPr>
        <p:spPr>
          <a:xfrm>
            <a:off x="1349010" y="2675718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47B9FE6-77A6-BD4A-A679-1615BE407619}"/>
              </a:ext>
            </a:extLst>
          </p:cNvPr>
          <p:cNvSpPr/>
          <p:nvPr/>
        </p:nvSpPr>
        <p:spPr>
          <a:xfrm>
            <a:off x="2735242" y="2745029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1FDF0EC9-DB80-5342-A1FF-EE8BDF9F669F}"/>
              </a:ext>
            </a:extLst>
          </p:cNvPr>
          <p:cNvSpPr/>
          <p:nvPr/>
        </p:nvSpPr>
        <p:spPr>
          <a:xfrm>
            <a:off x="2007470" y="3368834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AA00AA8F-BBBE-2E4C-8FE5-93EE0066F018}"/>
              </a:ext>
            </a:extLst>
          </p:cNvPr>
          <p:cNvSpPr/>
          <p:nvPr/>
        </p:nvSpPr>
        <p:spPr>
          <a:xfrm>
            <a:off x="1938159" y="2710373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D687E0A6-929E-644E-BCB2-7A721C796FC1}"/>
              </a:ext>
            </a:extLst>
          </p:cNvPr>
          <p:cNvSpPr/>
          <p:nvPr/>
        </p:nvSpPr>
        <p:spPr>
          <a:xfrm>
            <a:off x="1522289" y="3022276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C767776-199D-FE48-8E49-47FBBB752EAE}"/>
              </a:ext>
            </a:extLst>
          </p:cNvPr>
          <p:cNvSpPr/>
          <p:nvPr/>
        </p:nvSpPr>
        <p:spPr>
          <a:xfrm>
            <a:off x="2284717" y="3056932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65AA6027-7A1C-A44C-AB9D-52E30A985E4D}"/>
              </a:ext>
            </a:extLst>
          </p:cNvPr>
          <p:cNvSpPr/>
          <p:nvPr/>
        </p:nvSpPr>
        <p:spPr>
          <a:xfrm>
            <a:off x="1626256" y="2814341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45F2D113-C907-084E-8D97-CEEA96904C44}"/>
              </a:ext>
            </a:extLst>
          </p:cNvPr>
          <p:cNvSpPr/>
          <p:nvPr/>
        </p:nvSpPr>
        <p:spPr>
          <a:xfrm>
            <a:off x="2596619" y="2987620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829CF0FA-D2C4-CA44-B40A-D6D40BED8240}"/>
              </a:ext>
            </a:extLst>
          </p:cNvPr>
          <p:cNvSpPr/>
          <p:nvPr/>
        </p:nvSpPr>
        <p:spPr>
          <a:xfrm>
            <a:off x="1764879" y="3160899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5916124-024E-D54F-9FD2-EA378E63AD7E}"/>
              </a:ext>
            </a:extLst>
          </p:cNvPr>
          <p:cNvSpPr/>
          <p:nvPr/>
        </p:nvSpPr>
        <p:spPr>
          <a:xfrm>
            <a:off x="1938159" y="2502439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B502CC81-7EB2-554C-9313-AED3714AB1F0}"/>
              </a:ext>
            </a:extLst>
          </p:cNvPr>
          <p:cNvSpPr/>
          <p:nvPr/>
        </p:nvSpPr>
        <p:spPr>
          <a:xfrm>
            <a:off x="1175731" y="2883653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04F1758B-A18D-8243-80E0-6B9D777764FF}"/>
              </a:ext>
            </a:extLst>
          </p:cNvPr>
          <p:cNvSpPr/>
          <p:nvPr/>
        </p:nvSpPr>
        <p:spPr>
          <a:xfrm>
            <a:off x="2319372" y="2537094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98AF44AA-99F7-4845-8613-FFB309D851CB}"/>
              </a:ext>
            </a:extLst>
          </p:cNvPr>
          <p:cNvSpPr/>
          <p:nvPr/>
        </p:nvSpPr>
        <p:spPr>
          <a:xfrm>
            <a:off x="2457996" y="2779685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878E6256-C175-E140-AC8E-01D179B792C3}"/>
              </a:ext>
            </a:extLst>
          </p:cNvPr>
          <p:cNvSpPr/>
          <p:nvPr/>
        </p:nvSpPr>
        <p:spPr>
          <a:xfrm>
            <a:off x="2457996" y="3230211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13233400-1611-A347-80BE-D13A6C0BEF60}"/>
              </a:ext>
            </a:extLst>
          </p:cNvPr>
          <p:cNvSpPr/>
          <p:nvPr/>
        </p:nvSpPr>
        <p:spPr>
          <a:xfrm>
            <a:off x="2042126" y="2918308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A4CB51D0-237A-0A42-9F57-B8F33D3BC6F0}"/>
              </a:ext>
            </a:extLst>
          </p:cNvPr>
          <p:cNvSpPr/>
          <p:nvPr/>
        </p:nvSpPr>
        <p:spPr>
          <a:xfrm>
            <a:off x="2839210" y="2987620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415F7903-BF29-1441-A79B-91FE1CAD5E6B}"/>
              </a:ext>
            </a:extLst>
          </p:cNvPr>
          <p:cNvSpPr/>
          <p:nvPr/>
        </p:nvSpPr>
        <p:spPr>
          <a:xfrm>
            <a:off x="1626256" y="2606406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CF4D4030-B22C-5F4A-80C1-3FC7D747464A}"/>
              </a:ext>
            </a:extLst>
          </p:cNvPr>
          <p:cNvSpPr/>
          <p:nvPr/>
        </p:nvSpPr>
        <p:spPr>
          <a:xfrm>
            <a:off x="1591600" y="3230211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995905AC-3117-7E46-96CC-EC681001FA7F}"/>
              </a:ext>
            </a:extLst>
          </p:cNvPr>
          <p:cNvSpPr/>
          <p:nvPr/>
        </p:nvSpPr>
        <p:spPr>
          <a:xfrm>
            <a:off x="1418321" y="2848997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543A42C1-7CC7-3A4C-A042-AB48F8BA533B}"/>
              </a:ext>
            </a:extLst>
          </p:cNvPr>
          <p:cNvSpPr/>
          <p:nvPr/>
        </p:nvSpPr>
        <p:spPr>
          <a:xfrm>
            <a:off x="1834191" y="2918308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C43E7B60-2478-5040-8A38-61EC4C68885B}"/>
              </a:ext>
            </a:extLst>
          </p:cNvPr>
          <p:cNvSpPr/>
          <p:nvPr/>
        </p:nvSpPr>
        <p:spPr>
          <a:xfrm>
            <a:off x="2042126" y="3126243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01046434-2FD3-A24F-97CB-BA9DEBA6555D}"/>
              </a:ext>
            </a:extLst>
          </p:cNvPr>
          <p:cNvSpPr/>
          <p:nvPr/>
        </p:nvSpPr>
        <p:spPr>
          <a:xfrm>
            <a:off x="2284717" y="2883653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80BC826E-7263-E842-BF26-146963D0980C}"/>
              </a:ext>
            </a:extLst>
          </p:cNvPr>
          <p:cNvSpPr/>
          <p:nvPr/>
        </p:nvSpPr>
        <p:spPr>
          <a:xfrm>
            <a:off x="1210387" y="3056932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D83E4237-29E0-424A-86DA-8C470AF165D9}"/>
              </a:ext>
            </a:extLst>
          </p:cNvPr>
          <p:cNvSpPr/>
          <p:nvPr/>
        </p:nvSpPr>
        <p:spPr>
          <a:xfrm>
            <a:off x="2527307" y="2571750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7D82F500-EC2C-7D42-B194-52D2BBD97200}"/>
              </a:ext>
            </a:extLst>
          </p:cNvPr>
          <p:cNvSpPr/>
          <p:nvPr/>
        </p:nvSpPr>
        <p:spPr>
          <a:xfrm>
            <a:off x="2146093" y="2675718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19E6A2AC-FBD3-A644-8C07-21A7A5B9484F}"/>
              </a:ext>
            </a:extLst>
          </p:cNvPr>
          <p:cNvSpPr/>
          <p:nvPr/>
        </p:nvSpPr>
        <p:spPr>
          <a:xfrm>
            <a:off x="2665931" y="3160899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8BA5B2F-6A0A-7D48-AC40-A3FBAB919BFE}"/>
              </a:ext>
            </a:extLst>
          </p:cNvPr>
          <p:cNvSpPr/>
          <p:nvPr/>
        </p:nvSpPr>
        <p:spPr>
          <a:xfrm>
            <a:off x="3844640" y="1532076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Логистическая регрессия</a:t>
            </a:r>
          </a:p>
        </p:txBody>
      </p:sp>
      <p:sp>
        <p:nvSpPr>
          <p:cNvPr id="34" name="Скругленный прямоугольник 33">
            <a:extLst>
              <a:ext uri="{FF2B5EF4-FFF2-40B4-BE49-F238E27FC236}">
                <a16:creationId xmlns:a16="http://schemas.microsoft.com/office/drawing/2014/main" id="{BD3AAC52-3515-6E47-8175-A2165DC990B8}"/>
              </a:ext>
            </a:extLst>
          </p:cNvPr>
          <p:cNvSpPr/>
          <p:nvPr/>
        </p:nvSpPr>
        <p:spPr>
          <a:xfrm>
            <a:off x="3844640" y="2311831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Дерево решений</a:t>
            </a:r>
          </a:p>
        </p:txBody>
      </p:sp>
      <p:sp>
        <p:nvSpPr>
          <p:cNvPr id="35" name="Скругленный прямоугольник 34">
            <a:extLst>
              <a:ext uri="{FF2B5EF4-FFF2-40B4-BE49-F238E27FC236}">
                <a16:creationId xmlns:a16="http://schemas.microsoft.com/office/drawing/2014/main" id="{E40AB4C8-DF29-1A42-9F87-D6ACB1AB5403}"/>
              </a:ext>
            </a:extLst>
          </p:cNvPr>
          <p:cNvSpPr/>
          <p:nvPr/>
        </p:nvSpPr>
        <p:spPr>
          <a:xfrm>
            <a:off x="3844228" y="3091587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Ближайшие соседи</a:t>
            </a:r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F7517C93-73FB-2548-B828-6441023CE227}"/>
              </a:ext>
            </a:extLst>
          </p:cNvPr>
          <p:cNvSpPr/>
          <p:nvPr/>
        </p:nvSpPr>
        <p:spPr>
          <a:xfrm>
            <a:off x="3844228" y="3871343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637" dirty="0">
                <a:latin typeface="IBM Plex Mono" panose="020B0509050203000203" pitchFamily="49" charset="0"/>
              </a:rPr>
              <a:t>SVM</a:t>
            </a:r>
            <a:endParaRPr lang="ru-RU" sz="1637" dirty="0">
              <a:latin typeface="IBM Plex Mono" panose="020B0509050203000203" pitchFamily="49" charset="0"/>
            </a:endParaRPr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4A7E3B06-02A8-7542-84AF-87708F2F08B0}"/>
              </a:ext>
            </a:extLst>
          </p:cNvPr>
          <p:cNvSpPr/>
          <p:nvPr/>
        </p:nvSpPr>
        <p:spPr>
          <a:xfrm>
            <a:off x="2215405" y="3264866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E28831F3-1BEE-D34F-A150-0D66CF01C297}"/>
              </a:ext>
            </a:extLst>
          </p:cNvPr>
          <p:cNvCxnSpPr>
            <a:cxnSpLocks/>
            <a:stCxn id="2" idx="7"/>
          </p:cNvCxnSpPr>
          <p:nvPr/>
        </p:nvCxnSpPr>
        <p:spPr>
          <a:xfrm flipV="1">
            <a:off x="2841523" y="2048943"/>
            <a:ext cx="1002705" cy="53767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1B25104A-90F8-4E4D-A8B6-DC5E28E65D43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3082751" y="2606406"/>
            <a:ext cx="761890" cy="155951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97AAC572-EEBA-C641-8709-1807184A4E2E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3064060" y="3202785"/>
            <a:ext cx="780168" cy="183377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F97EDD4E-89AD-6F45-8D27-17013B51F102}"/>
              </a:ext>
            </a:extLst>
          </p:cNvPr>
          <p:cNvCxnSpPr>
            <a:cxnSpLocks/>
            <a:stCxn id="2" idx="5"/>
          </p:cNvCxnSpPr>
          <p:nvPr/>
        </p:nvCxnSpPr>
        <p:spPr>
          <a:xfrm>
            <a:off x="2841523" y="3370785"/>
            <a:ext cx="1002705" cy="820867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FD5BCEE4-3219-1846-A3F7-08124E9FE577}"/>
              </a:ext>
            </a:extLst>
          </p:cNvPr>
          <p:cNvCxnSpPr>
            <a:cxnSpLocks/>
          </p:cNvCxnSpPr>
          <p:nvPr/>
        </p:nvCxnSpPr>
        <p:spPr>
          <a:xfrm flipV="1">
            <a:off x="5579082" y="1851198"/>
            <a:ext cx="309839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EB426E21-D2F2-344A-94FB-C63EE6B17633}"/>
              </a:ext>
            </a:extLst>
          </p:cNvPr>
          <p:cNvCxnSpPr>
            <a:cxnSpLocks/>
          </p:cNvCxnSpPr>
          <p:nvPr/>
        </p:nvCxnSpPr>
        <p:spPr>
          <a:xfrm flipV="1">
            <a:off x="5579082" y="2630954"/>
            <a:ext cx="309839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2ED04CDA-9EE0-C949-8BBD-A760B1AE64B1}"/>
              </a:ext>
            </a:extLst>
          </p:cNvPr>
          <p:cNvCxnSpPr>
            <a:cxnSpLocks/>
          </p:cNvCxnSpPr>
          <p:nvPr/>
        </p:nvCxnSpPr>
        <p:spPr>
          <a:xfrm flipV="1">
            <a:off x="5579082" y="3386162"/>
            <a:ext cx="309839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26BE2A40-F724-6A47-B40F-8194D665C875}"/>
              </a:ext>
            </a:extLst>
          </p:cNvPr>
          <p:cNvCxnSpPr>
            <a:cxnSpLocks/>
          </p:cNvCxnSpPr>
          <p:nvPr/>
        </p:nvCxnSpPr>
        <p:spPr>
          <a:xfrm flipV="1">
            <a:off x="5577019" y="4191653"/>
            <a:ext cx="309839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Овал 46">
            <a:extLst>
              <a:ext uri="{FF2B5EF4-FFF2-40B4-BE49-F238E27FC236}">
                <a16:creationId xmlns:a16="http://schemas.microsoft.com/office/drawing/2014/main" id="{3634C415-180A-1F47-8E48-E586DE1C32A4}"/>
              </a:ext>
            </a:extLst>
          </p:cNvPr>
          <p:cNvSpPr/>
          <p:nvPr/>
        </p:nvSpPr>
        <p:spPr>
          <a:xfrm>
            <a:off x="6020949" y="1700568"/>
            <a:ext cx="301260" cy="301260"/>
          </a:xfrm>
          <a:prstGeom prst="ellipse">
            <a:avLst/>
          </a:prstGeom>
          <a:solidFill>
            <a:srgbClr val="FF0000"/>
          </a:solidFill>
          <a:ln w="47625">
            <a:noFill/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49" name="Овал 48">
            <a:extLst>
              <a:ext uri="{FF2B5EF4-FFF2-40B4-BE49-F238E27FC236}">
                <a16:creationId xmlns:a16="http://schemas.microsoft.com/office/drawing/2014/main" id="{063EB1A9-5E26-B545-B2B0-8CD41AC9CB4E}"/>
              </a:ext>
            </a:extLst>
          </p:cNvPr>
          <p:cNvSpPr/>
          <p:nvPr/>
        </p:nvSpPr>
        <p:spPr>
          <a:xfrm>
            <a:off x="6020949" y="3238304"/>
            <a:ext cx="301260" cy="301260"/>
          </a:xfrm>
          <a:prstGeom prst="ellipse">
            <a:avLst/>
          </a:prstGeom>
          <a:solidFill>
            <a:srgbClr val="FF0000"/>
          </a:solidFill>
          <a:ln w="47625">
            <a:noFill/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0" name="Овал 49">
            <a:extLst>
              <a:ext uri="{FF2B5EF4-FFF2-40B4-BE49-F238E27FC236}">
                <a16:creationId xmlns:a16="http://schemas.microsoft.com/office/drawing/2014/main" id="{4AF63EF2-3C32-5B42-95F0-539A3E3BF6F7}"/>
              </a:ext>
            </a:extLst>
          </p:cNvPr>
          <p:cNvSpPr/>
          <p:nvPr/>
        </p:nvSpPr>
        <p:spPr>
          <a:xfrm>
            <a:off x="6020949" y="2478425"/>
            <a:ext cx="301260" cy="301260"/>
          </a:xfrm>
          <a:prstGeom prst="ellipse">
            <a:avLst/>
          </a:prstGeom>
          <a:solidFill>
            <a:srgbClr val="FFC000"/>
          </a:solidFill>
          <a:ln w="47625">
            <a:noFill/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id="{0C2F95F8-3F85-8445-A1A8-F75EA9A5FE93}"/>
              </a:ext>
            </a:extLst>
          </p:cNvPr>
          <p:cNvSpPr/>
          <p:nvPr/>
        </p:nvSpPr>
        <p:spPr>
          <a:xfrm>
            <a:off x="6020949" y="4027294"/>
            <a:ext cx="301260" cy="301260"/>
          </a:xfrm>
          <a:prstGeom prst="ellipse">
            <a:avLst/>
          </a:prstGeom>
          <a:solidFill>
            <a:schemeClr val="tx2"/>
          </a:solidFill>
          <a:ln w="47625">
            <a:noFill/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2" name="Закрывающая фигурная скобка 51">
            <a:extLst>
              <a:ext uri="{FF2B5EF4-FFF2-40B4-BE49-F238E27FC236}">
                <a16:creationId xmlns:a16="http://schemas.microsoft.com/office/drawing/2014/main" id="{2644403F-DBAA-E549-9508-148F12B2F1FA}"/>
              </a:ext>
            </a:extLst>
          </p:cNvPr>
          <p:cNvSpPr/>
          <p:nvPr/>
        </p:nvSpPr>
        <p:spPr>
          <a:xfrm>
            <a:off x="6454056" y="1700568"/>
            <a:ext cx="301260" cy="2601045"/>
          </a:xfrm>
          <a:prstGeom prst="rightBrace">
            <a:avLst>
              <a:gd name="adj1" fmla="val 75517"/>
              <a:gd name="adj2" fmla="val 50000"/>
            </a:avLst>
          </a:prstGeom>
          <a:ln w="47625">
            <a:solidFill>
              <a:srgbClr val="0071C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637" dirty="0"/>
          </a:p>
        </p:txBody>
      </p:sp>
      <p:sp>
        <p:nvSpPr>
          <p:cNvPr id="53" name="Овал 52">
            <a:extLst>
              <a:ext uri="{FF2B5EF4-FFF2-40B4-BE49-F238E27FC236}">
                <a16:creationId xmlns:a16="http://schemas.microsoft.com/office/drawing/2014/main" id="{199AE6A2-34ED-1043-AFC3-C5C14A2E71CC}"/>
              </a:ext>
            </a:extLst>
          </p:cNvPr>
          <p:cNvSpPr/>
          <p:nvPr/>
        </p:nvSpPr>
        <p:spPr>
          <a:xfrm>
            <a:off x="6939237" y="2859639"/>
            <a:ext cx="301260" cy="301260"/>
          </a:xfrm>
          <a:prstGeom prst="ellipse">
            <a:avLst/>
          </a:prstGeom>
          <a:solidFill>
            <a:srgbClr val="FF0000"/>
          </a:solidFill>
          <a:ln w="47625">
            <a:noFill/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</p:spTree>
    <p:extLst>
      <p:ext uri="{BB962C8B-B14F-4D97-AF65-F5344CB8AC3E}">
        <p14:creationId xmlns:p14="http://schemas.microsoft.com/office/powerpoint/2010/main" val="435999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 err="1">
                <a:latin typeface="Verdana" panose="020B0604030504040204" pitchFamily="34" charset="0"/>
                <a:ea typeface="Verdana" panose="020B0604030504040204" pitchFamily="34" charset="0"/>
              </a:rPr>
              <a:t>Бутстрэп</a:t>
            </a:r>
            <a:endParaRPr lang="ru-RU" sz="218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6EE625B-2EDB-5042-AEA3-6E1C948C53E7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F1BCDE5F-3908-4C4F-9191-E7A3F0954CD4}"/>
              </a:ext>
            </a:extLst>
          </p:cNvPr>
          <p:cNvSpPr/>
          <p:nvPr/>
        </p:nvSpPr>
        <p:spPr>
          <a:xfrm>
            <a:off x="1037107" y="2424206"/>
            <a:ext cx="2114004" cy="1108986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A75F3441-3596-5649-BD10-CF11C6E473EF}"/>
              </a:ext>
            </a:extLst>
          </p:cNvPr>
          <p:cNvSpPr/>
          <p:nvPr/>
        </p:nvSpPr>
        <p:spPr>
          <a:xfrm>
            <a:off x="1349010" y="2675718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47B9FE6-77A6-BD4A-A679-1615BE407619}"/>
              </a:ext>
            </a:extLst>
          </p:cNvPr>
          <p:cNvSpPr/>
          <p:nvPr/>
        </p:nvSpPr>
        <p:spPr>
          <a:xfrm>
            <a:off x="2735242" y="2745029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1FDF0EC9-DB80-5342-A1FF-EE8BDF9F669F}"/>
              </a:ext>
            </a:extLst>
          </p:cNvPr>
          <p:cNvSpPr/>
          <p:nvPr/>
        </p:nvSpPr>
        <p:spPr>
          <a:xfrm>
            <a:off x="2007470" y="3368834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AA00AA8F-BBBE-2E4C-8FE5-93EE0066F018}"/>
              </a:ext>
            </a:extLst>
          </p:cNvPr>
          <p:cNvSpPr/>
          <p:nvPr/>
        </p:nvSpPr>
        <p:spPr>
          <a:xfrm>
            <a:off x="1938159" y="2710373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D687E0A6-929E-644E-BCB2-7A721C796FC1}"/>
              </a:ext>
            </a:extLst>
          </p:cNvPr>
          <p:cNvSpPr/>
          <p:nvPr/>
        </p:nvSpPr>
        <p:spPr>
          <a:xfrm>
            <a:off x="1522289" y="3022276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C767776-199D-FE48-8E49-47FBBB752EAE}"/>
              </a:ext>
            </a:extLst>
          </p:cNvPr>
          <p:cNvSpPr/>
          <p:nvPr/>
        </p:nvSpPr>
        <p:spPr>
          <a:xfrm>
            <a:off x="2284717" y="3056932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65AA6027-7A1C-A44C-AB9D-52E30A985E4D}"/>
              </a:ext>
            </a:extLst>
          </p:cNvPr>
          <p:cNvSpPr/>
          <p:nvPr/>
        </p:nvSpPr>
        <p:spPr>
          <a:xfrm>
            <a:off x="1626256" y="2814341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45F2D113-C907-084E-8D97-CEEA96904C44}"/>
              </a:ext>
            </a:extLst>
          </p:cNvPr>
          <p:cNvSpPr/>
          <p:nvPr/>
        </p:nvSpPr>
        <p:spPr>
          <a:xfrm>
            <a:off x="2596619" y="2987620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829CF0FA-D2C4-CA44-B40A-D6D40BED8240}"/>
              </a:ext>
            </a:extLst>
          </p:cNvPr>
          <p:cNvSpPr/>
          <p:nvPr/>
        </p:nvSpPr>
        <p:spPr>
          <a:xfrm>
            <a:off x="1764879" y="3160899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5916124-024E-D54F-9FD2-EA378E63AD7E}"/>
              </a:ext>
            </a:extLst>
          </p:cNvPr>
          <p:cNvSpPr/>
          <p:nvPr/>
        </p:nvSpPr>
        <p:spPr>
          <a:xfrm>
            <a:off x="1938159" y="2502439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B502CC81-7EB2-554C-9313-AED3714AB1F0}"/>
              </a:ext>
            </a:extLst>
          </p:cNvPr>
          <p:cNvSpPr/>
          <p:nvPr/>
        </p:nvSpPr>
        <p:spPr>
          <a:xfrm>
            <a:off x="1175731" y="2883653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04F1758B-A18D-8243-80E0-6B9D777764FF}"/>
              </a:ext>
            </a:extLst>
          </p:cNvPr>
          <p:cNvSpPr/>
          <p:nvPr/>
        </p:nvSpPr>
        <p:spPr>
          <a:xfrm>
            <a:off x="2319372" y="2537094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98AF44AA-99F7-4845-8613-FFB309D851CB}"/>
              </a:ext>
            </a:extLst>
          </p:cNvPr>
          <p:cNvSpPr/>
          <p:nvPr/>
        </p:nvSpPr>
        <p:spPr>
          <a:xfrm>
            <a:off x="2457996" y="2779685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878E6256-C175-E140-AC8E-01D179B792C3}"/>
              </a:ext>
            </a:extLst>
          </p:cNvPr>
          <p:cNvSpPr/>
          <p:nvPr/>
        </p:nvSpPr>
        <p:spPr>
          <a:xfrm>
            <a:off x="2457996" y="3230211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13233400-1611-A347-80BE-D13A6C0BEF60}"/>
              </a:ext>
            </a:extLst>
          </p:cNvPr>
          <p:cNvSpPr/>
          <p:nvPr/>
        </p:nvSpPr>
        <p:spPr>
          <a:xfrm>
            <a:off x="2042126" y="2918308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A4CB51D0-237A-0A42-9F57-B8F33D3BC6F0}"/>
              </a:ext>
            </a:extLst>
          </p:cNvPr>
          <p:cNvSpPr/>
          <p:nvPr/>
        </p:nvSpPr>
        <p:spPr>
          <a:xfrm>
            <a:off x="2839210" y="2987620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415F7903-BF29-1441-A79B-91FE1CAD5E6B}"/>
              </a:ext>
            </a:extLst>
          </p:cNvPr>
          <p:cNvSpPr/>
          <p:nvPr/>
        </p:nvSpPr>
        <p:spPr>
          <a:xfrm>
            <a:off x="1626256" y="2606406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CF4D4030-B22C-5F4A-80C1-3FC7D747464A}"/>
              </a:ext>
            </a:extLst>
          </p:cNvPr>
          <p:cNvSpPr/>
          <p:nvPr/>
        </p:nvSpPr>
        <p:spPr>
          <a:xfrm>
            <a:off x="1591600" y="3230211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995905AC-3117-7E46-96CC-EC681001FA7F}"/>
              </a:ext>
            </a:extLst>
          </p:cNvPr>
          <p:cNvSpPr/>
          <p:nvPr/>
        </p:nvSpPr>
        <p:spPr>
          <a:xfrm>
            <a:off x="1418321" y="2848997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543A42C1-7CC7-3A4C-A042-AB48F8BA533B}"/>
              </a:ext>
            </a:extLst>
          </p:cNvPr>
          <p:cNvSpPr/>
          <p:nvPr/>
        </p:nvSpPr>
        <p:spPr>
          <a:xfrm>
            <a:off x="1834191" y="2918308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C43E7B60-2478-5040-8A38-61EC4C68885B}"/>
              </a:ext>
            </a:extLst>
          </p:cNvPr>
          <p:cNvSpPr/>
          <p:nvPr/>
        </p:nvSpPr>
        <p:spPr>
          <a:xfrm>
            <a:off x="2042126" y="3126243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01046434-2FD3-A24F-97CB-BA9DEBA6555D}"/>
              </a:ext>
            </a:extLst>
          </p:cNvPr>
          <p:cNvSpPr/>
          <p:nvPr/>
        </p:nvSpPr>
        <p:spPr>
          <a:xfrm>
            <a:off x="2284717" y="2883653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80BC826E-7263-E842-BF26-146963D0980C}"/>
              </a:ext>
            </a:extLst>
          </p:cNvPr>
          <p:cNvSpPr/>
          <p:nvPr/>
        </p:nvSpPr>
        <p:spPr>
          <a:xfrm>
            <a:off x="1210387" y="3056932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D83E4237-29E0-424A-86DA-8C470AF165D9}"/>
              </a:ext>
            </a:extLst>
          </p:cNvPr>
          <p:cNvSpPr/>
          <p:nvPr/>
        </p:nvSpPr>
        <p:spPr>
          <a:xfrm>
            <a:off x="2527307" y="2571750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7D82F500-EC2C-7D42-B194-52D2BBD97200}"/>
              </a:ext>
            </a:extLst>
          </p:cNvPr>
          <p:cNvSpPr/>
          <p:nvPr/>
        </p:nvSpPr>
        <p:spPr>
          <a:xfrm>
            <a:off x="2146093" y="2675718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19E6A2AC-FBD3-A644-8C07-21A7A5B9484F}"/>
              </a:ext>
            </a:extLst>
          </p:cNvPr>
          <p:cNvSpPr/>
          <p:nvPr/>
        </p:nvSpPr>
        <p:spPr>
          <a:xfrm>
            <a:off x="2665931" y="3160899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4A7E3B06-02A8-7542-84AF-87708F2F08B0}"/>
              </a:ext>
            </a:extLst>
          </p:cNvPr>
          <p:cNvSpPr/>
          <p:nvPr/>
        </p:nvSpPr>
        <p:spPr>
          <a:xfrm>
            <a:off x="2215405" y="3264866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E28831F3-1BEE-D34F-A150-0D66CF01C297}"/>
              </a:ext>
            </a:extLst>
          </p:cNvPr>
          <p:cNvCxnSpPr>
            <a:cxnSpLocks/>
            <a:stCxn id="2" idx="7"/>
          </p:cNvCxnSpPr>
          <p:nvPr/>
        </p:nvCxnSpPr>
        <p:spPr>
          <a:xfrm flipV="1">
            <a:off x="2841523" y="1940715"/>
            <a:ext cx="1141328" cy="645898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1B25104A-90F8-4E4D-A8B6-DC5E28E65D43}"/>
              </a:ext>
            </a:extLst>
          </p:cNvPr>
          <p:cNvCxnSpPr>
            <a:cxnSpLocks/>
            <a:endCxn id="55" idx="2"/>
          </p:cNvCxnSpPr>
          <p:nvPr/>
        </p:nvCxnSpPr>
        <p:spPr>
          <a:xfrm flipV="1">
            <a:off x="3082750" y="2652628"/>
            <a:ext cx="900101" cy="109729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97AAC572-EEBA-C641-8709-1807184A4E2E}"/>
              </a:ext>
            </a:extLst>
          </p:cNvPr>
          <p:cNvCxnSpPr>
            <a:cxnSpLocks/>
          </p:cNvCxnSpPr>
          <p:nvPr/>
        </p:nvCxnSpPr>
        <p:spPr>
          <a:xfrm>
            <a:off x="3064060" y="3202785"/>
            <a:ext cx="918792" cy="166049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F97EDD4E-89AD-6F45-8D27-17013B51F102}"/>
              </a:ext>
            </a:extLst>
          </p:cNvPr>
          <p:cNvCxnSpPr>
            <a:cxnSpLocks/>
            <a:stCxn id="2" idx="5"/>
          </p:cNvCxnSpPr>
          <p:nvPr/>
        </p:nvCxnSpPr>
        <p:spPr>
          <a:xfrm>
            <a:off x="2841523" y="3370785"/>
            <a:ext cx="1141328" cy="691165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Овал 53">
            <a:extLst>
              <a:ext uri="{FF2B5EF4-FFF2-40B4-BE49-F238E27FC236}">
                <a16:creationId xmlns:a16="http://schemas.microsoft.com/office/drawing/2014/main" id="{B4E189AB-CA90-F842-A287-DEB1C1A8F761}"/>
              </a:ext>
            </a:extLst>
          </p:cNvPr>
          <p:cNvSpPr/>
          <p:nvPr/>
        </p:nvSpPr>
        <p:spPr>
          <a:xfrm>
            <a:off x="3982851" y="1643083"/>
            <a:ext cx="1230281" cy="591453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5" name="Овал 54">
            <a:extLst>
              <a:ext uri="{FF2B5EF4-FFF2-40B4-BE49-F238E27FC236}">
                <a16:creationId xmlns:a16="http://schemas.microsoft.com/office/drawing/2014/main" id="{F73684BC-0D6F-8C48-9B26-A9D522F234B4}"/>
              </a:ext>
            </a:extLst>
          </p:cNvPr>
          <p:cNvSpPr/>
          <p:nvPr/>
        </p:nvSpPr>
        <p:spPr>
          <a:xfrm>
            <a:off x="3982851" y="2356902"/>
            <a:ext cx="1230281" cy="591453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6" name="Овал 55">
            <a:extLst>
              <a:ext uri="{FF2B5EF4-FFF2-40B4-BE49-F238E27FC236}">
                <a16:creationId xmlns:a16="http://schemas.microsoft.com/office/drawing/2014/main" id="{1A75C122-B40A-F745-A5EB-ACD424EAF8D0}"/>
              </a:ext>
            </a:extLst>
          </p:cNvPr>
          <p:cNvSpPr/>
          <p:nvPr/>
        </p:nvSpPr>
        <p:spPr>
          <a:xfrm>
            <a:off x="3982851" y="3068581"/>
            <a:ext cx="1230281" cy="591453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7" name="Овал 56">
            <a:extLst>
              <a:ext uri="{FF2B5EF4-FFF2-40B4-BE49-F238E27FC236}">
                <a16:creationId xmlns:a16="http://schemas.microsoft.com/office/drawing/2014/main" id="{00B4EA95-C029-734A-9489-DEBCF2B4F62E}"/>
              </a:ext>
            </a:extLst>
          </p:cNvPr>
          <p:cNvSpPr/>
          <p:nvPr/>
        </p:nvSpPr>
        <p:spPr>
          <a:xfrm>
            <a:off x="3982851" y="3782399"/>
            <a:ext cx="1230281" cy="591453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9" name="Овал 58">
            <a:extLst>
              <a:ext uri="{FF2B5EF4-FFF2-40B4-BE49-F238E27FC236}">
                <a16:creationId xmlns:a16="http://schemas.microsoft.com/office/drawing/2014/main" id="{7926C342-6AAC-0241-8C17-B038CB2E7B44}"/>
              </a:ext>
            </a:extLst>
          </p:cNvPr>
          <p:cNvSpPr/>
          <p:nvPr/>
        </p:nvSpPr>
        <p:spPr>
          <a:xfrm>
            <a:off x="4292180" y="2044037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0" name="Овал 59">
            <a:extLst>
              <a:ext uri="{FF2B5EF4-FFF2-40B4-BE49-F238E27FC236}">
                <a16:creationId xmlns:a16="http://schemas.microsoft.com/office/drawing/2014/main" id="{62CFC5DD-572F-D74F-9CD2-231E51EBC17C}"/>
              </a:ext>
            </a:extLst>
          </p:cNvPr>
          <p:cNvSpPr/>
          <p:nvPr/>
        </p:nvSpPr>
        <p:spPr>
          <a:xfrm>
            <a:off x="4502689" y="1740011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1" name="Овал 60">
            <a:extLst>
              <a:ext uri="{FF2B5EF4-FFF2-40B4-BE49-F238E27FC236}">
                <a16:creationId xmlns:a16="http://schemas.microsoft.com/office/drawing/2014/main" id="{230E3B29-D2D0-D643-A007-8D1F2BFD52A2}"/>
              </a:ext>
            </a:extLst>
          </p:cNvPr>
          <p:cNvSpPr/>
          <p:nvPr/>
        </p:nvSpPr>
        <p:spPr>
          <a:xfrm>
            <a:off x="4963169" y="1947946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2" name="Овал 61">
            <a:extLst>
              <a:ext uri="{FF2B5EF4-FFF2-40B4-BE49-F238E27FC236}">
                <a16:creationId xmlns:a16="http://schemas.microsoft.com/office/drawing/2014/main" id="{B916153F-B277-A94E-82FC-1786E8BDE1C4}"/>
              </a:ext>
            </a:extLst>
          </p:cNvPr>
          <p:cNvSpPr/>
          <p:nvPr/>
        </p:nvSpPr>
        <p:spPr>
          <a:xfrm>
            <a:off x="4121475" y="1878634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3" name="Овал 62">
            <a:extLst>
              <a:ext uri="{FF2B5EF4-FFF2-40B4-BE49-F238E27FC236}">
                <a16:creationId xmlns:a16="http://schemas.microsoft.com/office/drawing/2014/main" id="{E4272944-E87B-D64C-9C56-FB0D7FF00797}"/>
              </a:ext>
            </a:extLst>
          </p:cNvPr>
          <p:cNvSpPr/>
          <p:nvPr/>
        </p:nvSpPr>
        <p:spPr>
          <a:xfrm>
            <a:off x="4294754" y="1809322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4" name="Овал 63">
            <a:extLst>
              <a:ext uri="{FF2B5EF4-FFF2-40B4-BE49-F238E27FC236}">
                <a16:creationId xmlns:a16="http://schemas.microsoft.com/office/drawing/2014/main" id="{256288D0-F840-FE4B-BAB2-D0C4E7CFC380}"/>
              </a:ext>
            </a:extLst>
          </p:cNvPr>
          <p:cNvSpPr/>
          <p:nvPr/>
        </p:nvSpPr>
        <p:spPr>
          <a:xfrm>
            <a:off x="4546586" y="2096021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5" name="Овал 64">
            <a:extLst>
              <a:ext uri="{FF2B5EF4-FFF2-40B4-BE49-F238E27FC236}">
                <a16:creationId xmlns:a16="http://schemas.microsoft.com/office/drawing/2014/main" id="{8EAA1F90-91F7-2C4F-A36A-67F0C607766C}"/>
              </a:ext>
            </a:extLst>
          </p:cNvPr>
          <p:cNvSpPr/>
          <p:nvPr/>
        </p:nvSpPr>
        <p:spPr>
          <a:xfrm>
            <a:off x="4675968" y="1843978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6" name="Овал 65">
            <a:extLst>
              <a:ext uri="{FF2B5EF4-FFF2-40B4-BE49-F238E27FC236}">
                <a16:creationId xmlns:a16="http://schemas.microsoft.com/office/drawing/2014/main" id="{117E780D-6F6D-BF42-A4B0-672F50938120}"/>
              </a:ext>
            </a:extLst>
          </p:cNvPr>
          <p:cNvSpPr/>
          <p:nvPr/>
        </p:nvSpPr>
        <p:spPr>
          <a:xfrm>
            <a:off x="4710623" y="2017257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7" name="Овал 66">
            <a:extLst>
              <a:ext uri="{FF2B5EF4-FFF2-40B4-BE49-F238E27FC236}">
                <a16:creationId xmlns:a16="http://schemas.microsoft.com/office/drawing/2014/main" id="{052FD052-2886-9F43-B569-D29E27E43BAC}"/>
              </a:ext>
            </a:extLst>
          </p:cNvPr>
          <p:cNvSpPr/>
          <p:nvPr/>
        </p:nvSpPr>
        <p:spPr>
          <a:xfrm>
            <a:off x="4468033" y="1913290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8" name="Овал 67">
            <a:extLst>
              <a:ext uri="{FF2B5EF4-FFF2-40B4-BE49-F238E27FC236}">
                <a16:creationId xmlns:a16="http://schemas.microsoft.com/office/drawing/2014/main" id="{0106D7E2-D816-754E-A7A1-6EE959EE79E6}"/>
              </a:ext>
            </a:extLst>
          </p:cNvPr>
          <p:cNvSpPr/>
          <p:nvPr/>
        </p:nvSpPr>
        <p:spPr>
          <a:xfrm>
            <a:off x="4849247" y="1774667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9" name="Овал 68">
            <a:extLst>
              <a:ext uri="{FF2B5EF4-FFF2-40B4-BE49-F238E27FC236}">
                <a16:creationId xmlns:a16="http://schemas.microsoft.com/office/drawing/2014/main" id="{C9C3D075-7010-7547-B57D-EA752BF2B1A4}"/>
              </a:ext>
            </a:extLst>
          </p:cNvPr>
          <p:cNvSpPr/>
          <p:nvPr/>
        </p:nvSpPr>
        <p:spPr>
          <a:xfrm>
            <a:off x="4364065" y="4200573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0" name="Овал 69">
            <a:extLst>
              <a:ext uri="{FF2B5EF4-FFF2-40B4-BE49-F238E27FC236}">
                <a16:creationId xmlns:a16="http://schemas.microsoft.com/office/drawing/2014/main" id="{77C82BF8-AF43-1046-99EB-64D5B753BC44}"/>
              </a:ext>
            </a:extLst>
          </p:cNvPr>
          <p:cNvSpPr/>
          <p:nvPr/>
        </p:nvSpPr>
        <p:spPr>
          <a:xfrm>
            <a:off x="4537344" y="3854015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1" name="Овал 70">
            <a:extLst>
              <a:ext uri="{FF2B5EF4-FFF2-40B4-BE49-F238E27FC236}">
                <a16:creationId xmlns:a16="http://schemas.microsoft.com/office/drawing/2014/main" id="{76435EEA-4D29-0048-8950-9C715DF21DF0}"/>
              </a:ext>
            </a:extLst>
          </p:cNvPr>
          <p:cNvSpPr/>
          <p:nvPr/>
        </p:nvSpPr>
        <p:spPr>
          <a:xfrm>
            <a:off x="4714352" y="3957983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2" name="Овал 71">
            <a:extLst>
              <a:ext uri="{FF2B5EF4-FFF2-40B4-BE49-F238E27FC236}">
                <a16:creationId xmlns:a16="http://schemas.microsoft.com/office/drawing/2014/main" id="{E80CDC2C-E8C1-B64A-9A86-8CDBA593584F}"/>
              </a:ext>
            </a:extLst>
          </p:cNvPr>
          <p:cNvSpPr/>
          <p:nvPr/>
        </p:nvSpPr>
        <p:spPr>
          <a:xfrm>
            <a:off x="4260098" y="3923327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3" name="Овал 72">
            <a:extLst>
              <a:ext uri="{FF2B5EF4-FFF2-40B4-BE49-F238E27FC236}">
                <a16:creationId xmlns:a16="http://schemas.microsoft.com/office/drawing/2014/main" id="{1FE35EDA-FF41-5940-A6BF-521A2262798A}"/>
              </a:ext>
            </a:extLst>
          </p:cNvPr>
          <p:cNvSpPr/>
          <p:nvPr/>
        </p:nvSpPr>
        <p:spPr>
          <a:xfrm>
            <a:off x="4156130" y="4061950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4" name="Овал 73">
            <a:extLst>
              <a:ext uri="{FF2B5EF4-FFF2-40B4-BE49-F238E27FC236}">
                <a16:creationId xmlns:a16="http://schemas.microsoft.com/office/drawing/2014/main" id="{F81E64DC-1C1E-D640-BE31-DF80C938A7E7}"/>
              </a:ext>
            </a:extLst>
          </p:cNvPr>
          <p:cNvSpPr/>
          <p:nvPr/>
        </p:nvSpPr>
        <p:spPr>
          <a:xfrm>
            <a:off x="4581242" y="4027294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5" name="Овал 74">
            <a:extLst>
              <a:ext uri="{FF2B5EF4-FFF2-40B4-BE49-F238E27FC236}">
                <a16:creationId xmlns:a16="http://schemas.microsoft.com/office/drawing/2014/main" id="{9FCC31A2-32EE-5F48-A282-F95D6AE73828}"/>
              </a:ext>
            </a:extLst>
          </p:cNvPr>
          <p:cNvSpPr/>
          <p:nvPr/>
        </p:nvSpPr>
        <p:spPr>
          <a:xfrm>
            <a:off x="4883903" y="4096606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6" name="Овал 75">
            <a:extLst>
              <a:ext uri="{FF2B5EF4-FFF2-40B4-BE49-F238E27FC236}">
                <a16:creationId xmlns:a16="http://schemas.microsoft.com/office/drawing/2014/main" id="{1035BE14-24AC-424F-AB49-1E46BD43498F}"/>
              </a:ext>
            </a:extLst>
          </p:cNvPr>
          <p:cNvSpPr/>
          <p:nvPr/>
        </p:nvSpPr>
        <p:spPr>
          <a:xfrm>
            <a:off x="4396148" y="4028788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7" name="Овал 76">
            <a:extLst>
              <a:ext uri="{FF2B5EF4-FFF2-40B4-BE49-F238E27FC236}">
                <a16:creationId xmlns:a16="http://schemas.microsoft.com/office/drawing/2014/main" id="{12071E4E-DCD3-6E4A-B206-9B6BCEFF13B0}"/>
              </a:ext>
            </a:extLst>
          </p:cNvPr>
          <p:cNvSpPr/>
          <p:nvPr/>
        </p:nvSpPr>
        <p:spPr>
          <a:xfrm>
            <a:off x="4710623" y="4200573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8" name="Овал 77">
            <a:extLst>
              <a:ext uri="{FF2B5EF4-FFF2-40B4-BE49-F238E27FC236}">
                <a16:creationId xmlns:a16="http://schemas.microsoft.com/office/drawing/2014/main" id="{19ADCA2B-E9A1-DE49-B960-797AF59C1E6D}"/>
              </a:ext>
            </a:extLst>
          </p:cNvPr>
          <p:cNvSpPr/>
          <p:nvPr/>
        </p:nvSpPr>
        <p:spPr>
          <a:xfrm>
            <a:off x="4883903" y="3888671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9" name="Овал 78">
            <a:extLst>
              <a:ext uri="{FF2B5EF4-FFF2-40B4-BE49-F238E27FC236}">
                <a16:creationId xmlns:a16="http://schemas.microsoft.com/office/drawing/2014/main" id="{34103819-3532-D148-9341-F5C3E55BEC84}"/>
              </a:ext>
            </a:extLst>
          </p:cNvPr>
          <p:cNvSpPr/>
          <p:nvPr/>
        </p:nvSpPr>
        <p:spPr>
          <a:xfrm>
            <a:off x="4433377" y="3472801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0" name="Овал 79">
            <a:extLst>
              <a:ext uri="{FF2B5EF4-FFF2-40B4-BE49-F238E27FC236}">
                <a16:creationId xmlns:a16="http://schemas.microsoft.com/office/drawing/2014/main" id="{FD28DD01-B44A-EC4E-8FE5-4BE4E92B4E2E}"/>
              </a:ext>
            </a:extLst>
          </p:cNvPr>
          <p:cNvSpPr/>
          <p:nvPr/>
        </p:nvSpPr>
        <p:spPr>
          <a:xfrm>
            <a:off x="4468033" y="3126243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1" name="Овал 80">
            <a:extLst>
              <a:ext uri="{FF2B5EF4-FFF2-40B4-BE49-F238E27FC236}">
                <a16:creationId xmlns:a16="http://schemas.microsoft.com/office/drawing/2014/main" id="{D8B73496-E246-444E-8591-A32230E491FA}"/>
              </a:ext>
            </a:extLst>
          </p:cNvPr>
          <p:cNvSpPr/>
          <p:nvPr/>
        </p:nvSpPr>
        <p:spPr>
          <a:xfrm>
            <a:off x="4849247" y="3195555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2" name="Овал 81">
            <a:extLst>
              <a:ext uri="{FF2B5EF4-FFF2-40B4-BE49-F238E27FC236}">
                <a16:creationId xmlns:a16="http://schemas.microsoft.com/office/drawing/2014/main" id="{DBF19097-85C4-CD45-AF18-4A351455BD7B}"/>
              </a:ext>
            </a:extLst>
          </p:cNvPr>
          <p:cNvSpPr/>
          <p:nvPr/>
        </p:nvSpPr>
        <p:spPr>
          <a:xfrm>
            <a:off x="4086819" y="3299522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3" name="Овал 82">
            <a:extLst>
              <a:ext uri="{FF2B5EF4-FFF2-40B4-BE49-F238E27FC236}">
                <a16:creationId xmlns:a16="http://schemas.microsoft.com/office/drawing/2014/main" id="{1A2F5408-A786-814C-89E4-DAD882781EF6}"/>
              </a:ext>
            </a:extLst>
          </p:cNvPr>
          <p:cNvSpPr/>
          <p:nvPr/>
        </p:nvSpPr>
        <p:spPr>
          <a:xfrm>
            <a:off x="4260098" y="3195555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4" name="Овал 83">
            <a:extLst>
              <a:ext uri="{FF2B5EF4-FFF2-40B4-BE49-F238E27FC236}">
                <a16:creationId xmlns:a16="http://schemas.microsoft.com/office/drawing/2014/main" id="{466A4222-86AD-2441-998F-D5CB90B8939A}"/>
              </a:ext>
            </a:extLst>
          </p:cNvPr>
          <p:cNvSpPr/>
          <p:nvPr/>
        </p:nvSpPr>
        <p:spPr>
          <a:xfrm>
            <a:off x="4615898" y="3472801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5" name="Овал 84">
            <a:extLst>
              <a:ext uri="{FF2B5EF4-FFF2-40B4-BE49-F238E27FC236}">
                <a16:creationId xmlns:a16="http://schemas.microsoft.com/office/drawing/2014/main" id="{FD4CDDE0-849F-BC48-8388-A75554559FD2}"/>
              </a:ext>
            </a:extLst>
          </p:cNvPr>
          <p:cNvSpPr/>
          <p:nvPr/>
        </p:nvSpPr>
        <p:spPr>
          <a:xfrm>
            <a:off x="4918558" y="3368834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6" name="Овал 85">
            <a:extLst>
              <a:ext uri="{FF2B5EF4-FFF2-40B4-BE49-F238E27FC236}">
                <a16:creationId xmlns:a16="http://schemas.microsoft.com/office/drawing/2014/main" id="{4011715F-5A6E-024B-A962-E6B988C81F00}"/>
              </a:ext>
            </a:extLst>
          </p:cNvPr>
          <p:cNvSpPr/>
          <p:nvPr/>
        </p:nvSpPr>
        <p:spPr>
          <a:xfrm>
            <a:off x="4430804" y="3301016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7" name="Овал 86">
            <a:extLst>
              <a:ext uri="{FF2B5EF4-FFF2-40B4-BE49-F238E27FC236}">
                <a16:creationId xmlns:a16="http://schemas.microsoft.com/office/drawing/2014/main" id="{5D45C1F2-D21A-E64D-B9D1-BA2C575B201B}"/>
              </a:ext>
            </a:extLst>
          </p:cNvPr>
          <p:cNvSpPr/>
          <p:nvPr/>
        </p:nvSpPr>
        <p:spPr>
          <a:xfrm>
            <a:off x="4779935" y="3438146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8" name="Овал 87">
            <a:extLst>
              <a:ext uri="{FF2B5EF4-FFF2-40B4-BE49-F238E27FC236}">
                <a16:creationId xmlns:a16="http://schemas.microsoft.com/office/drawing/2014/main" id="{F84F53CF-03D5-D149-ACC7-D0A13697AC70}"/>
              </a:ext>
            </a:extLst>
          </p:cNvPr>
          <p:cNvSpPr/>
          <p:nvPr/>
        </p:nvSpPr>
        <p:spPr>
          <a:xfrm>
            <a:off x="4257461" y="3451099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0" name="Овал 89">
            <a:extLst>
              <a:ext uri="{FF2B5EF4-FFF2-40B4-BE49-F238E27FC236}">
                <a16:creationId xmlns:a16="http://schemas.microsoft.com/office/drawing/2014/main" id="{3B326C5D-DD18-F943-996A-83ACD88D93D3}"/>
              </a:ext>
            </a:extLst>
          </p:cNvPr>
          <p:cNvSpPr/>
          <p:nvPr/>
        </p:nvSpPr>
        <p:spPr>
          <a:xfrm>
            <a:off x="4641312" y="3299522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1" name="Овал 90">
            <a:extLst>
              <a:ext uri="{FF2B5EF4-FFF2-40B4-BE49-F238E27FC236}">
                <a16:creationId xmlns:a16="http://schemas.microsoft.com/office/drawing/2014/main" id="{D6F1D06D-8FFE-F34B-A61F-0BAAD673BBA5}"/>
              </a:ext>
            </a:extLst>
          </p:cNvPr>
          <p:cNvSpPr/>
          <p:nvPr/>
        </p:nvSpPr>
        <p:spPr>
          <a:xfrm>
            <a:off x="4641312" y="3160899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2" name="Овал 91">
            <a:extLst>
              <a:ext uri="{FF2B5EF4-FFF2-40B4-BE49-F238E27FC236}">
                <a16:creationId xmlns:a16="http://schemas.microsoft.com/office/drawing/2014/main" id="{07F046CC-208E-9A4D-9823-2B98DFFCDAE2}"/>
              </a:ext>
            </a:extLst>
          </p:cNvPr>
          <p:cNvSpPr/>
          <p:nvPr/>
        </p:nvSpPr>
        <p:spPr>
          <a:xfrm>
            <a:off x="4710623" y="2641062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3" name="Овал 92">
            <a:extLst>
              <a:ext uri="{FF2B5EF4-FFF2-40B4-BE49-F238E27FC236}">
                <a16:creationId xmlns:a16="http://schemas.microsoft.com/office/drawing/2014/main" id="{8B4936DA-B3FD-6A4F-9445-DBA1BFA4FE70}"/>
              </a:ext>
            </a:extLst>
          </p:cNvPr>
          <p:cNvSpPr/>
          <p:nvPr/>
        </p:nvSpPr>
        <p:spPr>
          <a:xfrm>
            <a:off x="4364065" y="2745029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4" name="Овал 93">
            <a:extLst>
              <a:ext uri="{FF2B5EF4-FFF2-40B4-BE49-F238E27FC236}">
                <a16:creationId xmlns:a16="http://schemas.microsoft.com/office/drawing/2014/main" id="{53500204-04D7-0A4C-8B24-DB269FFD7135}"/>
              </a:ext>
            </a:extLst>
          </p:cNvPr>
          <p:cNvSpPr/>
          <p:nvPr/>
        </p:nvSpPr>
        <p:spPr>
          <a:xfrm>
            <a:off x="4537344" y="2398471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5" name="Овал 94">
            <a:extLst>
              <a:ext uri="{FF2B5EF4-FFF2-40B4-BE49-F238E27FC236}">
                <a16:creationId xmlns:a16="http://schemas.microsoft.com/office/drawing/2014/main" id="{A9C4AAC5-7A85-814E-B5EC-C0042063A23A}"/>
              </a:ext>
            </a:extLst>
          </p:cNvPr>
          <p:cNvSpPr/>
          <p:nvPr/>
        </p:nvSpPr>
        <p:spPr>
          <a:xfrm>
            <a:off x="4779935" y="2502439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6" name="Овал 95">
            <a:extLst>
              <a:ext uri="{FF2B5EF4-FFF2-40B4-BE49-F238E27FC236}">
                <a16:creationId xmlns:a16="http://schemas.microsoft.com/office/drawing/2014/main" id="{C41DBD10-E1D5-4840-8B8F-66E12A6CD810}"/>
              </a:ext>
            </a:extLst>
          </p:cNvPr>
          <p:cNvSpPr/>
          <p:nvPr/>
        </p:nvSpPr>
        <p:spPr>
          <a:xfrm>
            <a:off x="4086819" y="2571750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7" name="Овал 96">
            <a:extLst>
              <a:ext uri="{FF2B5EF4-FFF2-40B4-BE49-F238E27FC236}">
                <a16:creationId xmlns:a16="http://schemas.microsoft.com/office/drawing/2014/main" id="{DF835D0F-1B48-E44D-8CAA-FAE0E9EDFDA7}"/>
              </a:ext>
            </a:extLst>
          </p:cNvPr>
          <p:cNvSpPr/>
          <p:nvPr/>
        </p:nvSpPr>
        <p:spPr>
          <a:xfrm>
            <a:off x="4502689" y="2606406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8" name="Овал 97">
            <a:extLst>
              <a:ext uri="{FF2B5EF4-FFF2-40B4-BE49-F238E27FC236}">
                <a16:creationId xmlns:a16="http://schemas.microsoft.com/office/drawing/2014/main" id="{6F70CD6F-B922-C140-861C-3D0E082FA6DC}"/>
              </a:ext>
            </a:extLst>
          </p:cNvPr>
          <p:cNvSpPr/>
          <p:nvPr/>
        </p:nvSpPr>
        <p:spPr>
          <a:xfrm>
            <a:off x="4953214" y="2571750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9" name="Овал 98">
            <a:extLst>
              <a:ext uri="{FF2B5EF4-FFF2-40B4-BE49-F238E27FC236}">
                <a16:creationId xmlns:a16="http://schemas.microsoft.com/office/drawing/2014/main" id="{F7EBD2EB-E162-434B-A61E-12526C16EBFE}"/>
              </a:ext>
            </a:extLst>
          </p:cNvPr>
          <p:cNvSpPr/>
          <p:nvPr/>
        </p:nvSpPr>
        <p:spPr>
          <a:xfrm>
            <a:off x="4294754" y="2467783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00" name="Овал 99">
            <a:extLst>
              <a:ext uri="{FF2B5EF4-FFF2-40B4-BE49-F238E27FC236}">
                <a16:creationId xmlns:a16="http://schemas.microsoft.com/office/drawing/2014/main" id="{8F24C1CD-E3CE-5F43-8243-46525B1F25FE}"/>
              </a:ext>
            </a:extLst>
          </p:cNvPr>
          <p:cNvSpPr/>
          <p:nvPr/>
        </p:nvSpPr>
        <p:spPr>
          <a:xfrm>
            <a:off x="4537344" y="2745029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01" name="Овал 100">
            <a:extLst>
              <a:ext uri="{FF2B5EF4-FFF2-40B4-BE49-F238E27FC236}">
                <a16:creationId xmlns:a16="http://schemas.microsoft.com/office/drawing/2014/main" id="{C9BA6702-8AD0-B242-9C26-E4E2867F8B1E}"/>
              </a:ext>
            </a:extLst>
          </p:cNvPr>
          <p:cNvSpPr/>
          <p:nvPr/>
        </p:nvSpPr>
        <p:spPr>
          <a:xfrm>
            <a:off x="4883903" y="2710373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02" name="Овал 101">
            <a:extLst>
              <a:ext uri="{FF2B5EF4-FFF2-40B4-BE49-F238E27FC236}">
                <a16:creationId xmlns:a16="http://schemas.microsoft.com/office/drawing/2014/main" id="{6608F4D1-3068-3A40-A6DF-CF525B6B7911}"/>
              </a:ext>
            </a:extLst>
          </p:cNvPr>
          <p:cNvSpPr/>
          <p:nvPr/>
        </p:nvSpPr>
        <p:spPr>
          <a:xfrm>
            <a:off x="4225442" y="2675718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62ECE9E-8942-2F41-9BF7-BB0D6FC61AF5}"/>
              </a:ext>
            </a:extLst>
          </p:cNvPr>
          <p:cNvSpPr txBox="1"/>
          <p:nvPr/>
        </p:nvSpPr>
        <p:spPr>
          <a:xfrm>
            <a:off x="3636293" y="4360816"/>
            <a:ext cx="1975381" cy="848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37" dirty="0">
                <a:latin typeface="IBM Plex Mono"/>
                <a:ea typeface="Verdana" panose="020B0604030504040204" pitchFamily="34" charset="0"/>
              </a:rPr>
              <a:t>Случайный выбор с повторениями</a:t>
            </a:r>
            <a:endParaRPr lang="ru-RU" sz="1637" dirty="0"/>
          </a:p>
        </p:txBody>
      </p:sp>
    </p:spTree>
    <p:extLst>
      <p:ext uri="{BB962C8B-B14F-4D97-AF65-F5344CB8AC3E}">
        <p14:creationId xmlns:p14="http://schemas.microsoft.com/office/powerpoint/2010/main" val="1928134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 err="1">
                <a:latin typeface="Verdana" panose="020B0604030504040204" pitchFamily="34" charset="0"/>
                <a:ea typeface="Verdana" panose="020B0604030504040204" pitchFamily="34" charset="0"/>
              </a:rPr>
              <a:t>Бэггинг</a:t>
            </a:r>
            <a:endParaRPr lang="ru-RU" sz="218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6EE625B-2EDB-5042-AEA3-6E1C948C53E7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F1BCDE5F-3908-4C4F-9191-E7A3F0954CD4}"/>
              </a:ext>
            </a:extLst>
          </p:cNvPr>
          <p:cNvSpPr/>
          <p:nvPr/>
        </p:nvSpPr>
        <p:spPr>
          <a:xfrm>
            <a:off x="1037107" y="2424206"/>
            <a:ext cx="2114004" cy="1108986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A75F3441-3596-5649-BD10-CF11C6E473EF}"/>
              </a:ext>
            </a:extLst>
          </p:cNvPr>
          <p:cNvSpPr/>
          <p:nvPr/>
        </p:nvSpPr>
        <p:spPr>
          <a:xfrm>
            <a:off x="1349010" y="2675718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47B9FE6-77A6-BD4A-A679-1615BE407619}"/>
              </a:ext>
            </a:extLst>
          </p:cNvPr>
          <p:cNvSpPr/>
          <p:nvPr/>
        </p:nvSpPr>
        <p:spPr>
          <a:xfrm>
            <a:off x="2735242" y="2745029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1FDF0EC9-DB80-5342-A1FF-EE8BDF9F669F}"/>
              </a:ext>
            </a:extLst>
          </p:cNvPr>
          <p:cNvSpPr/>
          <p:nvPr/>
        </p:nvSpPr>
        <p:spPr>
          <a:xfrm>
            <a:off x="2007470" y="3368834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AA00AA8F-BBBE-2E4C-8FE5-93EE0066F018}"/>
              </a:ext>
            </a:extLst>
          </p:cNvPr>
          <p:cNvSpPr/>
          <p:nvPr/>
        </p:nvSpPr>
        <p:spPr>
          <a:xfrm>
            <a:off x="1938159" y="2710373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D687E0A6-929E-644E-BCB2-7A721C796FC1}"/>
              </a:ext>
            </a:extLst>
          </p:cNvPr>
          <p:cNvSpPr/>
          <p:nvPr/>
        </p:nvSpPr>
        <p:spPr>
          <a:xfrm>
            <a:off x="1522289" y="3022276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C767776-199D-FE48-8E49-47FBBB752EAE}"/>
              </a:ext>
            </a:extLst>
          </p:cNvPr>
          <p:cNvSpPr/>
          <p:nvPr/>
        </p:nvSpPr>
        <p:spPr>
          <a:xfrm>
            <a:off x="2284717" y="3056932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65AA6027-7A1C-A44C-AB9D-52E30A985E4D}"/>
              </a:ext>
            </a:extLst>
          </p:cNvPr>
          <p:cNvSpPr/>
          <p:nvPr/>
        </p:nvSpPr>
        <p:spPr>
          <a:xfrm>
            <a:off x="1626256" y="2814341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45F2D113-C907-084E-8D97-CEEA96904C44}"/>
              </a:ext>
            </a:extLst>
          </p:cNvPr>
          <p:cNvSpPr/>
          <p:nvPr/>
        </p:nvSpPr>
        <p:spPr>
          <a:xfrm>
            <a:off x="2596619" y="2987620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829CF0FA-D2C4-CA44-B40A-D6D40BED8240}"/>
              </a:ext>
            </a:extLst>
          </p:cNvPr>
          <p:cNvSpPr/>
          <p:nvPr/>
        </p:nvSpPr>
        <p:spPr>
          <a:xfrm>
            <a:off x="1764879" y="3160899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5916124-024E-D54F-9FD2-EA378E63AD7E}"/>
              </a:ext>
            </a:extLst>
          </p:cNvPr>
          <p:cNvSpPr/>
          <p:nvPr/>
        </p:nvSpPr>
        <p:spPr>
          <a:xfrm>
            <a:off x="1938159" y="2502439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B502CC81-7EB2-554C-9313-AED3714AB1F0}"/>
              </a:ext>
            </a:extLst>
          </p:cNvPr>
          <p:cNvSpPr/>
          <p:nvPr/>
        </p:nvSpPr>
        <p:spPr>
          <a:xfrm>
            <a:off x="1175731" y="2883653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04F1758B-A18D-8243-80E0-6B9D777764FF}"/>
              </a:ext>
            </a:extLst>
          </p:cNvPr>
          <p:cNvSpPr/>
          <p:nvPr/>
        </p:nvSpPr>
        <p:spPr>
          <a:xfrm>
            <a:off x="2319372" y="2537094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98AF44AA-99F7-4845-8613-FFB309D851CB}"/>
              </a:ext>
            </a:extLst>
          </p:cNvPr>
          <p:cNvSpPr/>
          <p:nvPr/>
        </p:nvSpPr>
        <p:spPr>
          <a:xfrm>
            <a:off x="2457996" y="2779685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878E6256-C175-E140-AC8E-01D179B792C3}"/>
              </a:ext>
            </a:extLst>
          </p:cNvPr>
          <p:cNvSpPr/>
          <p:nvPr/>
        </p:nvSpPr>
        <p:spPr>
          <a:xfrm>
            <a:off x="2457996" y="3230211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13233400-1611-A347-80BE-D13A6C0BEF60}"/>
              </a:ext>
            </a:extLst>
          </p:cNvPr>
          <p:cNvSpPr/>
          <p:nvPr/>
        </p:nvSpPr>
        <p:spPr>
          <a:xfrm>
            <a:off x="2042126" y="2918308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A4CB51D0-237A-0A42-9F57-B8F33D3BC6F0}"/>
              </a:ext>
            </a:extLst>
          </p:cNvPr>
          <p:cNvSpPr/>
          <p:nvPr/>
        </p:nvSpPr>
        <p:spPr>
          <a:xfrm>
            <a:off x="2839210" y="2987620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415F7903-BF29-1441-A79B-91FE1CAD5E6B}"/>
              </a:ext>
            </a:extLst>
          </p:cNvPr>
          <p:cNvSpPr/>
          <p:nvPr/>
        </p:nvSpPr>
        <p:spPr>
          <a:xfrm>
            <a:off x="1626256" y="2606406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CF4D4030-B22C-5F4A-80C1-3FC7D747464A}"/>
              </a:ext>
            </a:extLst>
          </p:cNvPr>
          <p:cNvSpPr/>
          <p:nvPr/>
        </p:nvSpPr>
        <p:spPr>
          <a:xfrm>
            <a:off x="1591600" y="3230211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995905AC-3117-7E46-96CC-EC681001FA7F}"/>
              </a:ext>
            </a:extLst>
          </p:cNvPr>
          <p:cNvSpPr/>
          <p:nvPr/>
        </p:nvSpPr>
        <p:spPr>
          <a:xfrm>
            <a:off x="1418321" y="2848997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543A42C1-7CC7-3A4C-A042-AB48F8BA533B}"/>
              </a:ext>
            </a:extLst>
          </p:cNvPr>
          <p:cNvSpPr/>
          <p:nvPr/>
        </p:nvSpPr>
        <p:spPr>
          <a:xfrm>
            <a:off x="1834191" y="2918308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C43E7B60-2478-5040-8A38-61EC4C68885B}"/>
              </a:ext>
            </a:extLst>
          </p:cNvPr>
          <p:cNvSpPr/>
          <p:nvPr/>
        </p:nvSpPr>
        <p:spPr>
          <a:xfrm>
            <a:off x="2042126" y="3126243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01046434-2FD3-A24F-97CB-BA9DEBA6555D}"/>
              </a:ext>
            </a:extLst>
          </p:cNvPr>
          <p:cNvSpPr/>
          <p:nvPr/>
        </p:nvSpPr>
        <p:spPr>
          <a:xfrm>
            <a:off x="2284717" y="2883653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80BC826E-7263-E842-BF26-146963D0980C}"/>
              </a:ext>
            </a:extLst>
          </p:cNvPr>
          <p:cNvSpPr/>
          <p:nvPr/>
        </p:nvSpPr>
        <p:spPr>
          <a:xfrm>
            <a:off x="1210387" y="3056932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D83E4237-29E0-424A-86DA-8C470AF165D9}"/>
              </a:ext>
            </a:extLst>
          </p:cNvPr>
          <p:cNvSpPr/>
          <p:nvPr/>
        </p:nvSpPr>
        <p:spPr>
          <a:xfrm>
            <a:off x="2527307" y="2571750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7D82F500-EC2C-7D42-B194-52D2BBD97200}"/>
              </a:ext>
            </a:extLst>
          </p:cNvPr>
          <p:cNvSpPr/>
          <p:nvPr/>
        </p:nvSpPr>
        <p:spPr>
          <a:xfrm>
            <a:off x="2146093" y="2675718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19E6A2AC-FBD3-A644-8C07-21A7A5B9484F}"/>
              </a:ext>
            </a:extLst>
          </p:cNvPr>
          <p:cNvSpPr/>
          <p:nvPr/>
        </p:nvSpPr>
        <p:spPr>
          <a:xfrm>
            <a:off x="2665931" y="3160899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4A7E3B06-02A8-7542-84AF-87708F2F08B0}"/>
              </a:ext>
            </a:extLst>
          </p:cNvPr>
          <p:cNvSpPr/>
          <p:nvPr/>
        </p:nvSpPr>
        <p:spPr>
          <a:xfrm>
            <a:off x="2215405" y="3264866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E28831F3-1BEE-D34F-A150-0D66CF01C297}"/>
              </a:ext>
            </a:extLst>
          </p:cNvPr>
          <p:cNvCxnSpPr>
            <a:cxnSpLocks/>
            <a:stCxn id="2" idx="7"/>
          </p:cNvCxnSpPr>
          <p:nvPr/>
        </p:nvCxnSpPr>
        <p:spPr>
          <a:xfrm flipV="1">
            <a:off x="2841523" y="1940715"/>
            <a:ext cx="1141328" cy="645898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1B25104A-90F8-4E4D-A8B6-DC5E28E65D43}"/>
              </a:ext>
            </a:extLst>
          </p:cNvPr>
          <p:cNvCxnSpPr>
            <a:cxnSpLocks/>
            <a:endCxn id="55" idx="2"/>
          </p:cNvCxnSpPr>
          <p:nvPr/>
        </p:nvCxnSpPr>
        <p:spPr>
          <a:xfrm flipV="1">
            <a:off x="3082750" y="2652628"/>
            <a:ext cx="900101" cy="109729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97AAC572-EEBA-C641-8709-1807184A4E2E}"/>
              </a:ext>
            </a:extLst>
          </p:cNvPr>
          <p:cNvCxnSpPr>
            <a:cxnSpLocks/>
          </p:cNvCxnSpPr>
          <p:nvPr/>
        </p:nvCxnSpPr>
        <p:spPr>
          <a:xfrm>
            <a:off x="3064060" y="3202785"/>
            <a:ext cx="918792" cy="166049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F97EDD4E-89AD-6F45-8D27-17013B51F102}"/>
              </a:ext>
            </a:extLst>
          </p:cNvPr>
          <p:cNvCxnSpPr>
            <a:cxnSpLocks/>
            <a:stCxn id="2" idx="5"/>
          </p:cNvCxnSpPr>
          <p:nvPr/>
        </p:nvCxnSpPr>
        <p:spPr>
          <a:xfrm>
            <a:off x="2841523" y="3370785"/>
            <a:ext cx="1141328" cy="691165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Овал 53">
            <a:extLst>
              <a:ext uri="{FF2B5EF4-FFF2-40B4-BE49-F238E27FC236}">
                <a16:creationId xmlns:a16="http://schemas.microsoft.com/office/drawing/2014/main" id="{B4E189AB-CA90-F842-A287-DEB1C1A8F761}"/>
              </a:ext>
            </a:extLst>
          </p:cNvPr>
          <p:cNvSpPr/>
          <p:nvPr/>
        </p:nvSpPr>
        <p:spPr>
          <a:xfrm>
            <a:off x="3982851" y="1643083"/>
            <a:ext cx="1230281" cy="591453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5" name="Овал 54">
            <a:extLst>
              <a:ext uri="{FF2B5EF4-FFF2-40B4-BE49-F238E27FC236}">
                <a16:creationId xmlns:a16="http://schemas.microsoft.com/office/drawing/2014/main" id="{F73684BC-0D6F-8C48-9B26-A9D522F234B4}"/>
              </a:ext>
            </a:extLst>
          </p:cNvPr>
          <p:cNvSpPr/>
          <p:nvPr/>
        </p:nvSpPr>
        <p:spPr>
          <a:xfrm>
            <a:off x="3982851" y="2356902"/>
            <a:ext cx="1230281" cy="591453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6" name="Овал 55">
            <a:extLst>
              <a:ext uri="{FF2B5EF4-FFF2-40B4-BE49-F238E27FC236}">
                <a16:creationId xmlns:a16="http://schemas.microsoft.com/office/drawing/2014/main" id="{1A75C122-B40A-F745-A5EB-ACD424EAF8D0}"/>
              </a:ext>
            </a:extLst>
          </p:cNvPr>
          <p:cNvSpPr/>
          <p:nvPr/>
        </p:nvSpPr>
        <p:spPr>
          <a:xfrm>
            <a:off x="3982851" y="3068581"/>
            <a:ext cx="1230281" cy="591453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7" name="Овал 56">
            <a:extLst>
              <a:ext uri="{FF2B5EF4-FFF2-40B4-BE49-F238E27FC236}">
                <a16:creationId xmlns:a16="http://schemas.microsoft.com/office/drawing/2014/main" id="{00B4EA95-C029-734A-9489-DEBCF2B4F62E}"/>
              </a:ext>
            </a:extLst>
          </p:cNvPr>
          <p:cNvSpPr/>
          <p:nvPr/>
        </p:nvSpPr>
        <p:spPr>
          <a:xfrm>
            <a:off x="3982851" y="3782399"/>
            <a:ext cx="1230281" cy="591453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9" name="Овал 58">
            <a:extLst>
              <a:ext uri="{FF2B5EF4-FFF2-40B4-BE49-F238E27FC236}">
                <a16:creationId xmlns:a16="http://schemas.microsoft.com/office/drawing/2014/main" id="{7926C342-6AAC-0241-8C17-B038CB2E7B44}"/>
              </a:ext>
            </a:extLst>
          </p:cNvPr>
          <p:cNvSpPr/>
          <p:nvPr/>
        </p:nvSpPr>
        <p:spPr>
          <a:xfrm>
            <a:off x="4292180" y="2044037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0" name="Овал 59">
            <a:extLst>
              <a:ext uri="{FF2B5EF4-FFF2-40B4-BE49-F238E27FC236}">
                <a16:creationId xmlns:a16="http://schemas.microsoft.com/office/drawing/2014/main" id="{62CFC5DD-572F-D74F-9CD2-231E51EBC17C}"/>
              </a:ext>
            </a:extLst>
          </p:cNvPr>
          <p:cNvSpPr/>
          <p:nvPr/>
        </p:nvSpPr>
        <p:spPr>
          <a:xfrm>
            <a:off x="4502689" y="1740011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1" name="Овал 60">
            <a:extLst>
              <a:ext uri="{FF2B5EF4-FFF2-40B4-BE49-F238E27FC236}">
                <a16:creationId xmlns:a16="http://schemas.microsoft.com/office/drawing/2014/main" id="{230E3B29-D2D0-D643-A007-8D1F2BFD52A2}"/>
              </a:ext>
            </a:extLst>
          </p:cNvPr>
          <p:cNvSpPr/>
          <p:nvPr/>
        </p:nvSpPr>
        <p:spPr>
          <a:xfrm>
            <a:off x="4963169" y="1947946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2" name="Овал 61">
            <a:extLst>
              <a:ext uri="{FF2B5EF4-FFF2-40B4-BE49-F238E27FC236}">
                <a16:creationId xmlns:a16="http://schemas.microsoft.com/office/drawing/2014/main" id="{B916153F-B277-A94E-82FC-1786E8BDE1C4}"/>
              </a:ext>
            </a:extLst>
          </p:cNvPr>
          <p:cNvSpPr/>
          <p:nvPr/>
        </p:nvSpPr>
        <p:spPr>
          <a:xfrm>
            <a:off x="4121475" y="1878634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3" name="Овал 62">
            <a:extLst>
              <a:ext uri="{FF2B5EF4-FFF2-40B4-BE49-F238E27FC236}">
                <a16:creationId xmlns:a16="http://schemas.microsoft.com/office/drawing/2014/main" id="{E4272944-E87B-D64C-9C56-FB0D7FF00797}"/>
              </a:ext>
            </a:extLst>
          </p:cNvPr>
          <p:cNvSpPr/>
          <p:nvPr/>
        </p:nvSpPr>
        <p:spPr>
          <a:xfrm>
            <a:off x="4294754" y="1809322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4" name="Овал 63">
            <a:extLst>
              <a:ext uri="{FF2B5EF4-FFF2-40B4-BE49-F238E27FC236}">
                <a16:creationId xmlns:a16="http://schemas.microsoft.com/office/drawing/2014/main" id="{256288D0-F840-FE4B-BAB2-D0C4E7CFC380}"/>
              </a:ext>
            </a:extLst>
          </p:cNvPr>
          <p:cNvSpPr/>
          <p:nvPr/>
        </p:nvSpPr>
        <p:spPr>
          <a:xfrm>
            <a:off x="4546586" y="2096021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5" name="Овал 64">
            <a:extLst>
              <a:ext uri="{FF2B5EF4-FFF2-40B4-BE49-F238E27FC236}">
                <a16:creationId xmlns:a16="http://schemas.microsoft.com/office/drawing/2014/main" id="{8EAA1F90-91F7-2C4F-A36A-67F0C607766C}"/>
              </a:ext>
            </a:extLst>
          </p:cNvPr>
          <p:cNvSpPr/>
          <p:nvPr/>
        </p:nvSpPr>
        <p:spPr>
          <a:xfrm>
            <a:off x="4675968" y="1843978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6" name="Овал 65">
            <a:extLst>
              <a:ext uri="{FF2B5EF4-FFF2-40B4-BE49-F238E27FC236}">
                <a16:creationId xmlns:a16="http://schemas.microsoft.com/office/drawing/2014/main" id="{117E780D-6F6D-BF42-A4B0-672F50938120}"/>
              </a:ext>
            </a:extLst>
          </p:cNvPr>
          <p:cNvSpPr/>
          <p:nvPr/>
        </p:nvSpPr>
        <p:spPr>
          <a:xfrm>
            <a:off x="4710623" y="2017257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7" name="Овал 66">
            <a:extLst>
              <a:ext uri="{FF2B5EF4-FFF2-40B4-BE49-F238E27FC236}">
                <a16:creationId xmlns:a16="http://schemas.microsoft.com/office/drawing/2014/main" id="{052FD052-2886-9F43-B569-D29E27E43BAC}"/>
              </a:ext>
            </a:extLst>
          </p:cNvPr>
          <p:cNvSpPr/>
          <p:nvPr/>
        </p:nvSpPr>
        <p:spPr>
          <a:xfrm>
            <a:off x="4468033" y="1913290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8" name="Овал 67">
            <a:extLst>
              <a:ext uri="{FF2B5EF4-FFF2-40B4-BE49-F238E27FC236}">
                <a16:creationId xmlns:a16="http://schemas.microsoft.com/office/drawing/2014/main" id="{0106D7E2-D816-754E-A7A1-6EE959EE79E6}"/>
              </a:ext>
            </a:extLst>
          </p:cNvPr>
          <p:cNvSpPr/>
          <p:nvPr/>
        </p:nvSpPr>
        <p:spPr>
          <a:xfrm>
            <a:off x="4849247" y="1774667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9" name="Овал 68">
            <a:extLst>
              <a:ext uri="{FF2B5EF4-FFF2-40B4-BE49-F238E27FC236}">
                <a16:creationId xmlns:a16="http://schemas.microsoft.com/office/drawing/2014/main" id="{C9C3D075-7010-7547-B57D-EA752BF2B1A4}"/>
              </a:ext>
            </a:extLst>
          </p:cNvPr>
          <p:cNvSpPr/>
          <p:nvPr/>
        </p:nvSpPr>
        <p:spPr>
          <a:xfrm>
            <a:off x="4364065" y="4200573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0" name="Овал 69">
            <a:extLst>
              <a:ext uri="{FF2B5EF4-FFF2-40B4-BE49-F238E27FC236}">
                <a16:creationId xmlns:a16="http://schemas.microsoft.com/office/drawing/2014/main" id="{77C82BF8-AF43-1046-99EB-64D5B753BC44}"/>
              </a:ext>
            </a:extLst>
          </p:cNvPr>
          <p:cNvSpPr/>
          <p:nvPr/>
        </p:nvSpPr>
        <p:spPr>
          <a:xfrm>
            <a:off x="4537344" y="3854015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1" name="Овал 70">
            <a:extLst>
              <a:ext uri="{FF2B5EF4-FFF2-40B4-BE49-F238E27FC236}">
                <a16:creationId xmlns:a16="http://schemas.microsoft.com/office/drawing/2014/main" id="{76435EEA-4D29-0048-8950-9C715DF21DF0}"/>
              </a:ext>
            </a:extLst>
          </p:cNvPr>
          <p:cNvSpPr/>
          <p:nvPr/>
        </p:nvSpPr>
        <p:spPr>
          <a:xfrm>
            <a:off x="4714352" y="3957983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2" name="Овал 71">
            <a:extLst>
              <a:ext uri="{FF2B5EF4-FFF2-40B4-BE49-F238E27FC236}">
                <a16:creationId xmlns:a16="http://schemas.microsoft.com/office/drawing/2014/main" id="{E80CDC2C-E8C1-B64A-9A86-8CDBA593584F}"/>
              </a:ext>
            </a:extLst>
          </p:cNvPr>
          <p:cNvSpPr/>
          <p:nvPr/>
        </p:nvSpPr>
        <p:spPr>
          <a:xfrm>
            <a:off x="4260098" y="3923327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3" name="Овал 72">
            <a:extLst>
              <a:ext uri="{FF2B5EF4-FFF2-40B4-BE49-F238E27FC236}">
                <a16:creationId xmlns:a16="http://schemas.microsoft.com/office/drawing/2014/main" id="{1FE35EDA-FF41-5940-A6BF-521A2262798A}"/>
              </a:ext>
            </a:extLst>
          </p:cNvPr>
          <p:cNvSpPr/>
          <p:nvPr/>
        </p:nvSpPr>
        <p:spPr>
          <a:xfrm>
            <a:off x="4156130" y="4061950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4" name="Овал 73">
            <a:extLst>
              <a:ext uri="{FF2B5EF4-FFF2-40B4-BE49-F238E27FC236}">
                <a16:creationId xmlns:a16="http://schemas.microsoft.com/office/drawing/2014/main" id="{F81E64DC-1C1E-D640-BE31-DF80C938A7E7}"/>
              </a:ext>
            </a:extLst>
          </p:cNvPr>
          <p:cNvSpPr/>
          <p:nvPr/>
        </p:nvSpPr>
        <p:spPr>
          <a:xfrm>
            <a:off x="4581242" y="4027294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5" name="Овал 74">
            <a:extLst>
              <a:ext uri="{FF2B5EF4-FFF2-40B4-BE49-F238E27FC236}">
                <a16:creationId xmlns:a16="http://schemas.microsoft.com/office/drawing/2014/main" id="{9FCC31A2-32EE-5F48-A282-F95D6AE73828}"/>
              </a:ext>
            </a:extLst>
          </p:cNvPr>
          <p:cNvSpPr/>
          <p:nvPr/>
        </p:nvSpPr>
        <p:spPr>
          <a:xfrm>
            <a:off x="4883903" y="4096606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6" name="Овал 75">
            <a:extLst>
              <a:ext uri="{FF2B5EF4-FFF2-40B4-BE49-F238E27FC236}">
                <a16:creationId xmlns:a16="http://schemas.microsoft.com/office/drawing/2014/main" id="{1035BE14-24AC-424F-AB49-1E46BD43498F}"/>
              </a:ext>
            </a:extLst>
          </p:cNvPr>
          <p:cNvSpPr/>
          <p:nvPr/>
        </p:nvSpPr>
        <p:spPr>
          <a:xfrm>
            <a:off x="4396148" y="4028788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7" name="Овал 76">
            <a:extLst>
              <a:ext uri="{FF2B5EF4-FFF2-40B4-BE49-F238E27FC236}">
                <a16:creationId xmlns:a16="http://schemas.microsoft.com/office/drawing/2014/main" id="{12071E4E-DCD3-6E4A-B206-9B6BCEFF13B0}"/>
              </a:ext>
            </a:extLst>
          </p:cNvPr>
          <p:cNvSpPr/>
          <p:nvPr/>
        </p:nvSpPr>
        <p:spPr>
          <a:xfrm>
            <a:off x="4710623" y="4200573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8" name="Овал 77">
            <a:extLst>
              <a:ext uri="{FF2B5EF4-FFF2-40B4-BE49-F238E27FC236}">
                <a16:creationId xmlns:a16="http://schemas.microsoft.com/office/drawing/2014/main" id="{19ADCA2B-E9A1-DE49-B960-797AF59C1E6D}"/>
              </a:ext>
            </a:extLst>
          </p:cNvPr>
          <p:cNvSpPr/>
          <p:nvPr/>
        </p:nvSpPr>
        <p:spPr>
          <a:xfrm>
            <a:off x="4883903" y="3888671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9" name="Овал 78">
            <a:extLst>
              <a:ext uri="{FF2B5EF4-FFF2-40B4-BE49-F238E27FC236}">
                <a16:creationId xmlns:a16="http://schemas.microsoft.com/office/drawing/2014/main" id="{34103819-3532-D148-9341-F5C3E55BEC84}"/>
              </a:ext>
            </a:extLst>
          </p:cNvPr>
          <p:cNvSpPr/>
          <p:nvPr/>
        </p:nvSpPr>
        <p:spPr>
          <a:xfrm>
            <a:off x="4433377" y="3472801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0" name="Овал 79">
            <a:extLst>
              <a:ext uri="{FF2B5EF4-FFF2-40B4-BE49-F238E27FC236}">
                <a16:creationId xmlns:a16="http://schemas.microsoft.com/office/drawing/2014/main" id="{FD28DD01-B44A-EC4E-8FE5-4BE4E92B4E2E}"/>
              </a:ext>
            </a:extLst>
          </p:cNvPr>
          <p:cNvSpPr/>
          <p:nvPr/>
        </p:nvSpPr>
        <p:spPr>
          <a:xfrm>
            <a:off x="4468033" y="3126243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1" name="Овал 80">
            <a:extLst>
              <a:ext uri="{FF2B5EF4-FFF2-40B4-BE49-F238E27FC236}">
                <a16:creationId xmlns:a16="http://schemas.microsoft.com/office/drawing/2014/main" id="{D8B73496-E246-444E-8591-A32230E491FA}"/>
              </a:ext>
            </a:extLst>
          </p:cNvPr>
          <p:cNvSpPr/>
          <p:nvPr/>
        </p:nvSpPr>
        <p:spPr>
          <a:xfrm>
            <a:off x="4849247" y="3195555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2" name="Овал 81">
            <a:extLst>
              <a:ext uri="{FF2B5EF4-FFF2-40B4-BE49-F238E27FC236}">
                <a16:creationId xmlns:a16="http://schemas.microsoft.com/office/drawing/2014/main" id="{DBF19097-85C4-CD45-AF18-4A351455BD7B}"/>
              </a:ext>
            </a:extLst>
          </p:cNvPr>
          <p:cNvSpPr/>
          <p:nvPr/>
        </p:nvSpPr>
        <p:spPr>
          <a:xfrm>
            <a:off x="4086819" y="3299522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3" name="Овал 82">
            <a:extLst>
              <a:ext uri="{FF2B5EF4-FFF2-40B4-BE49-F238E27FC236}">
                <a16:creationId xmlns:a16="http://schemas.microsoft.com/office/drawing/2014/main" id="{1A2F5408-A786-814C-89E4-DAD882781EF6}"/>
              </a:ext>
            </a:extLst>
          </p:cNvPr>
          <p:cNvSpPr/>
          <p:nvPr/>
        </p:nvSpPr>
        <p:spPr>
          <a:xfrm>
            <a:off x="4260098" y="3195555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4" name="Овал 83">
            <a:extLst>
              <a:ext uri="{FF2B5EF4-FFF2-40B4-BE49-F238E27FC236}">
                <a16:creationId xmlns:a16="http://schemas.microsoft.com/office/drawing/2014/main" id="{466A4222-86AD-2441-998F-D5CB90B8939A}"/>
              </a:ext>
            </a:extLst>
          </p:cNvPr>
          <p:cNvSpPr/>
          <p:nvPr/>
        </p:nvSpPr>
        <p:spPr>
          <a:xfrm>
            <a:off x="4615898" y="3472801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5" name="Овал 84">
            <a:extLst>
              <a:ext uri="{FF2B5EF4-FFF2-40B4-BE49-F238E27FC236}">
                <a16:creationId xmlns:a16="http://schemas.microsoft.com/office/drawing/2014/main" id="{FD4CDDE0-849F-BC48-8388-A75554559FD2}"/>
              </a:ext>
            </a:extLst>
          </p:cNvPr>
          <p:cNvSpPr/>
          <p:nvPr/>
        </p:nvSpPr>
        <p:spPr>
          <a:xfrm>
            <a:off x="4918558" y="3368834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6" name="Овал 85">
            <a:extLst>
              <a:ext uri="{FF2B5EF4-FFF2-40B4-BE49-F238E27FC236}">
                <a16:creationId xmlns:a16="http://schemas.microsoft.com/office/drawing/2014/main" id="{4011715F-5A6E-024B-A962-E6B988C81F00}"/>
              </a:ext>
            </a:extLst>
          </p:cNvPr>
          <p:cNvSpPr/>
          <p:nvPr/>
        </p:nvSpPr>
        <p:spPr>
          <a:xfrm>
            <a:off x="4430804" y="3301016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7" name="Овал 86">
            <a:extLst>
              <a:ext uri="{FF2B5EF4-FFF2-40B4-BE49-F238E27FC236}">
                <a16:creationId xmlns:a16="http://schemas.microsoft.com/office/drawing/2014/main" id="{5D45C1F2-D21A-E64D-B9D1-BA2C575B201B}"/>
              </a:ext>
            </a:extLst>
          </p:cNvPr>
          <p:cNvSpPr/>
          <p:nvPr/>
        </p:nvSpPr>
        <p:spPr>
          <a:xfrm>
            <a:off x="4779935" y="3438146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8" name="Овал 87">
            <a:extLst>
              <a:ext uri="{FF2B5EF4-FFF2-40B4-BE49-F238E27FC236}">
                <a16:creationId xmlns:a16="http://schemas.microsoft.com/office/drawing/2014/main" id="{F84F53CF-03D5-D149-ACC7-D0A13697AC70}"/>
              </a:ext>
            </a:extLst>
          </p:cNvPr>
          <p:cNvSpPr/>
          <p:nvPr/>
        </p:nvSpPr>
        <p:spPr>
          <a:xfrm>
            <a:off x="4257461" y="3451099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0" name="Овал 89">
            <a:extLst>
              <a:ext uri="{FF2B5EF4-FFF2-40B4-BE49-F238E27FC236}">
                <a16:creationId xmlns:a16="http://schemas.microsoft.com/office/drawing/2014/main" id="{3B326C5D-DD18-F943-996A-83ACD88D93D3}"/>
              </a:ext>
            </a:extLst>
          </p:cNvPr>
          <p:cNvSpPr/>
          <p:nvPr/>
        </p:nvSpPr>
        <p:spPr>
          <a:xfrm>
            <a:off x="4641312" y="3299522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1" name="Овал 90">
            <a:extLst>
              <a:ext uri="{FF2B5EF4-FFF2-40B4-BE49-F238E27FC236}">
                <a16:creationId xmlns:a16="http://schemas.microsoft.com/office/drawing/2014/main" id="{D6F1D06D-8FFE-F34B-A61F-0BAAD673BBA5}"/>
              </a:ext>
            </a:extLst>
          </p:cNvPr>
          <p:cNvSpPr/>
          <p:nvPr/>
        </p:nvSpPr>
        <p:spPr>
          <a:xfrm>
            <a:off x="4641312" y="3160899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2" name="Овал 91">
            <a:extLst>
              <a:ext uri="{FF2B5EF4-FFF2-40B4-BE49-F238E27FC236}">
                <a16:creationId xmlns:a16="http://schemas.microsoft.com/office/drawing/2014/main" id="{07F046CC-208E-9A4D-9823-2B98DFFCDAE2}"/>
              </a:ext>
            </a:extLst>
          </p:cNvPr>
          <p:cNvSpPr/>
          <p:nvPr/>
        </p:nvSpPr>
        <p:spPr>
          <a:xfrm>
            <a:off x="4710623" y="2641062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3" name="Овал 92">
            <a:extLst>
              <a:ext uri="{FF2B5EF4-FFF2-40B4-BE49-F238E27FC236}">
                <a16:creationId xmlns:a16="http://schemas.microsoft.com/office/drawing/2014/main" id="{8B4936DA-B3FD-6A4F-9445-DBA1BFA4FE70}"/>
              </a:ext>
            </a:extLst>
          </p:cNvPr>
          <p:cNvSpPr/>
          <p:nvPr/>
        </p:nvSpPr>
        <p:spPr>
          <a:xfrm>
            <a:off x="4364065" y="2745029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4" name="Овал 93">
            <a:extLst>
              <a:ext uri="{FF2B5EF4-FFF2-40B4-BE49-F238E27FC236}">
                <a16:creationId xmlns:a16="http://schemas.microsoft.com/office/drawing/2014/main" id="{53500204-04D7-0A4C-8B24-DB269FFD7135}"/>
              </a:ext>
            </a:extLst>
          </p:cNvPr>
          <p:cNvSpPr/>
          <p:nvPr/>
        </p:nvSpPr>
        <p:spPr>
          <a:xfrm>
            <a:off x="4537344" y="2398471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5" name="Овал 94">
            <a:extLst>
              <a:ext uri="{FF2B5EF4-FFF2-40B4-BE49-F238E27FC236}">
                <a16:creationId xmlns:a16="http://schemas.microsoft.com/office/drawing/2014/main" id="{A9C4AAC5-7A85-814E-B5EC-C0042063A23A}"/>
              </a:ext>
            </a:extLst>
          </p:cNvPr>
          <p:cNvSpPr/>
          <p:nvPr/>
        </p:nvSpPr>
        <p:spPr>
          <a:xfrm>
            <a:off x="4779935" y="2502439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6" name="Овал 95">
            <a:extLst>
              <a:ext uri="{FF2B5EF4-FFF2-40B4-BE49-F238E27FC236}">
                <a16:creationId xmlns:a16="http://schemas.microsoft.com/office/drawing/2014/main" id="{C41DBD10-E1D5-4840-8B8F-66E12A6CD810}"/>
              </a:ext>
            </a:extLst>
          </p:cNvPr>
          <p:cNvSpPr/>
          <p:nvPr/>
        </p:nvSpPr>
        <p:spPr>
          <a:xfrm>
            <a:off x="4086819" y="2571750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7" name="Овал 96">
            <a:extLst>
              <a:ext uri="{FF2B5EF4-FFF2-40B4-BE49-F238E27FC236}">
                <a16:creationId xmlns:a16="http://schemas.microsoft.com/office/drawing/2014/main" id="{DF835D0F-1B48-E44D-8CAA-FAE0E9EDFDA7}"/>
              </a:ext>
            </a:extLst>
          </p:cNvPr>
          <p:cNvSpPr/>
          <p:nvPr/>
        </p:nvSpPr>
        <p:spPr>
          <a:xfrm>
            <a:off x="4502689" y="2606406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8" name="Овал 97">
            <a:extLst>
              <a:ext uri="{FF2B5EF4-FFF2-40B4-BE49-F238E27FC236}">
                <a16:creationId xmlns:a16="http://schemas.microsoft.com/office/drawing/2014/main" id="{6F70CD6F-B922-C140-861C-3D0E082FA6DC}"/>
              </a:ext>
            </a:extLst>
          </p:cNvPr>
          <p:cNvSpPr/>
          <p:nvPr/>
        </p:nvSpPr>
        <p:spPr>
          <a:xfrm>
            <a:off x="4953214" y="2571750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9" name="Овал 98">
            <a:extLst>
              <a:ext uri="{FF2B5EF4-FFF2-40B4-BE49-F238E27FC236}">
                <a16:creationId xmlns:a16="http://schemas.microsoft.com/office/drawing/2014/main" id="{F7EBD2EB-E162-434B-A61E-12526C16EBFE}"/>
              </a:ext>
            </a:extLst>
          </p:cNvPr>
          <p:cNvSpPr/>
          <p:nvPr/>
        </p:nvSpPr>
        <p:spPr>
          <a:xfrm>
            <a:off x="4294754" y="2467783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00" name="Овал 99">
            <a:extLst>
              <a:ext uri="{FF2B5EF4-FFF2-40B4-BE49-F238E27FC236}">
                <a16:creationId xmlns:a16="http://schemas.microsoft.com/office/drawing/2014/main" id="{8F24C1CD-E3CE-5F43-8243-46525B1F25FE}"/>
              </a:ext>
            </a:extLst>
          </p:cNvPr>
          <p:cNvSpPr/>
          <p:nvPr/>
        </p:nvSpPr>
        <p:spPr>
          <a:xfrm>
            <a:off x="4537344" y="2745029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01" name="Овал 100">
            <a:extLst>
              <a:ext uri="{FF2B5EF4-FFF2-40B4-BE49-F238E27FC236}">
                <a16:creationId xmlns:a16="http://schemas.microsoft.com/office/drawing/2014/main" id="{C9BA6702-8AD0-B242-9C26-E4E2867F8B1E}"/>
              </a:ext>
            </a:extLst>
          </p:cNvPr>
          <p:cNvSpPr/>
          <p:nvPr/>
        </p:nvSpPr>
        <p:spPr>
          <a:xfrm>
            <a:off x="4883903" y="2710373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02" name="Овал 101">
            <a:extLst>
              <a:ext uri="{FF2B5EF4-FFF2-40B4-BE49-F238E27FC236}">
                <a16:creationId xmlns:a16="http://schemas.microsoft.com/office/drawing/2014/main" id="{6608F4D1-3068-3A40-A6DF-CF525B6B7911}"/>
              </a:ext>
            </a:extLst>
          </p:cNvPr>
          <p:cNvSpPr/>
          <p:nvPr/>
        </p:nvSpPr>
        <p:spPr>
          <a:xfrm>
            <a:off x="4225442" y="2675718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62ECE9E-8942-2F41-9BF7-BB0D6FC61AF5}"/>
              </a:ext>
            </a:extLst>
          </p:cNvPr>
          <p:cNvSpPr txBox="1"/>
          <p:nvPr/>
        </p:nvSpPr>
        <p:spPr>
          <a:xfrm>
            <a:off x="3636293" y="4360816"/>
            <a:ext cx="1975381" cy="848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37" dirty="0">
                <a:latin typeface="IBM Plex Mono"/>
                <a:ea typeface="Verdana" panose="020B0604030504040204" pitchFamily="34" charset="0"/>
              </a:rPr>
              <a:t>Случайный выбор с повторениями</a:t>
            </a:r>
            <a:endParaRPr lang="ru-RU" sz="1637" dirty="0"/>
          </a:p>
        </p:txBody>
      </p:sp>
      <p:sp>
        <p:nvSpPr>
          <p:cNvPr id="103" name="Скругленный прямоугольник 102">
            <a:extLst>
              <a:ext uri="{FF2B5EF4-FFF2-40B4-BE49-F238E27FC236}">
                <a16:creationId xmlns:a16="http://schemas.microsoft.com/office/drawing/2014/main" id="{9E51CDA0-8A57-6C40-ADCF-5468A2F381C6}"/>
              </a:ext>
            </a:extLst>
          </p:cNvPr>
          <p:cNvSpPr/>
          <p:nvPr/>
        </p:nvSpPr>
        <p:spPr>
          <a:xfrm>
            <a:off x="5716054" y="1532076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Дерево решений</a:t>
            </a:r>
          </a:p>
        </p:txBody>
      </p:sp>
      <p:sp>
        <p:nvSpPr>
          <p:cNvPr id="104" name="Скругленный прямоугольник 103">
            <a:extLst>
              <a:ext uri="{FF2B5EF4-FFF2-40B4-BE49-F238E27FC236}">
                <a16:creationId xmlns:a16="http://schemas.microsoft.com/office/drawing/2014/main" id="{33AB0694-CDCE-354C-976F-4CE2925F9489}"/>
              </a:ext>
            </a:extLst>
          </p:cNvPr>
          <p:cNvSpPr/>
          <p:nvPr/>
        </p:nvSpPr>
        <p:spPr>
          <a:xfrm>
            <a:off x="5716054" y="2311831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Дерево решений</a:t>
            </a:r>
          </a:p>
        </p:txBody>
      </p:sp>
      <p:sp>
        <p:nvSpPr>
          <p:cNvPr id="105" name="Скругленный прямоугольник 104">
            <a:extLst>
              <a:ext uri="{FF2B5EF4-FFF2-40B4-BE49-F238E27FC236}">
                <a16:creationId xmlns:a16="http://schemas.microsoft.com/office/drawing/2014/main" id="{1A0FF0F0-E6F3-9A40-938F-FB2387EDEB1E}"/>
              </a:ext>
            </a:extLst>
          </p:cNvPr>
          <p:cNvSpPr/>
          <p:nvPr/>
        </p:nvSpPr>
        <p:spPr>
          <a:xfrm>
            <a:off x="5715642" y="3091587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Дерево решений</a:t>
            </a:r>
          </a:p>
        </p:txBody>
      </p:sp>
      <p:sp>
        <p:nvSpPr>
          <p:cNvPr id="106" name="Скругленный прямоугольник 105">
            <a:extLst>
              <a:ext uri="{FF2B5EF4-FFF2-40B4-BE49-F238E27FC236}">
                <a16:creationId xmlns:a16="http://schemas.microsoft.com/office/drawing/2014/main" id="{F53FDEAD-06E3-ED4E-8357-28DFD841447A}"/>
              </a:ext>
            </a:extLst>
          </p:cNvPr>
          <p:cNvSpPr/>
          <p:nvPr/>
        </p:nvSpPr>
        <p:spPr>
          <a:xfrm>
            <a:off x="5715642" y="3871343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Дерево решений</a:t>
            </a:r>
          </a:p>
        </p:txBody>
      </p:sp>
      <p:cxnSp>
        <p:nvCxnSpPr>
          <p:cNvPr id="107" name="Прямая со стрелкой 106">
            <a:extLst>
              <a:ext uri="{FF2B5EF4-FFF2-40B4-BE49-F238E27FC236}">
                <a16:creationId xmlns:a16="http://schemas.microsoft.com/office/drawing/2014/main" id="{82D95C37-6B65-2C43-BD30-9D676C66DA58}"/>
              </a:ext>
            </a:extLst>
          </p:cNvPr>
          <p:cNvCxnSpPr>
            <a:cxnSpLocks/>
            <a:stCxn id="54" idx="6"/>
          </p:cNvCxnSpPr>
          <p:nvPr/>
        </p:nvCxnSpPr>
        <p:spPr>
          <a:xfrm flipV="1">
            <a:off x="5213133" y="1809322"/>
            <a:ext cx="502509" cy="129488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Прямая со стрелкой 107">
            <a:extLst>
              <a:ext uri="{FF2B5EF4-FFF2-40B4-BE49-F238E27FC236}">
                <a16:creationId xmlns:a16="http://schemas.microsoft.com/office/drawing/2014/main" id="{A9BF41CB-0545-044A-A8DA-8FFD8C822B46}"/>
              </a:ext>
            </a:extLst>
          </p:cNvPr>
          <p:cNvCxnSpPr>
            <a:cxnSpLocks/>
            <a:stCxn id="55" idx="6"/>
            <a:endCxn id="104" idx="1"/>
          </p:cNvCxnSpPr>
          <p:nvPr/>
        </p:nvCxnSpPr>
        <p:spPr>
          <a:xfrm flipV="1">
            <a:off x="5213133" y="2606406"/>
            <a:ext cx="502922" cy="46223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Прямая со стрелкой 108">
            <a:extLst>
              <a:ext uri="{FF2B5EF4-FFF2-40B4-BE49-F238E27FC236}">
                <a16:creationId xmlns:a16="http://schemas.microsoft.com/office/drawing/2014/main" id="{10A8EC26-1CF7-0C44-AAD2-8463C7FDE0A7}"/>
              </a:ext>
            </a:extLst>
          </p:cNvPr>
          <p:cNvCxnSpPr>
            <a:cxnSpLocks/>
            <a:endCxn id="105" idx="1"/>
          </p:cNvCxnSpPr>
          <p:nvPr/>
        </p:nvCxnSpPr>
        <p:spPr>
          <a:xfrm flipV="1">
            <a:off x="5232524" y="3386162"/>
            <a:ext cx="483118" cy="1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Прямая со стрелкой 109">
            <a:extLst>
              <a:ext uri="{FF2B5EF4-FFF2-40B4-BE49-F238E27FC236}">
                <a16:creationId xmlns:a16="http://schemas.microsoft.com/office/drawing/2014/main" id="{F6DD6469-0E39-F74D-ADFF-AF3E856F4C24}"/>
              </a:ext>
            </a:extLst>
          </p:cNvPr>
          <p:cNvCxnSpPr>
            <a:cxnSpLocks/>
            <a:stCxn id="57" idx="6"/>
            <a:endCxn id="106" idx="1"/>
          </p:cNvCxnSpPr>
          <p:nvPr/>
        </p:nvCxnSpPr>
        <p:spPr>
          <a:xfrm>
            <a:off x="5213133" y="4078126"/>
            <a:ext cx="502509" cy="87792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609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 err="1">
                <a:latin typeface="Verdana" panose="020B0604030504040204" pitchFamily="34" charset="0"/>
                <a:ea typeface="Verdana" panose="020B0604030504040204" pitchFamily="34" charset="0"/>
              </a:rPr>
              <a:t>Бэггинг</a:t>
            </a:r>
            <a:endParaRPr lang="ru-RU" sz="218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6EE625B-2EDB-5042-AEA3-6E1C948C53E7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F1BCDE5F-3908-4C4F-9191-E7A3F0954CD4}"/>
              </a:ext>
            </a:extLst>
          </p:cNvPr>
          <p:cNvSpPr/>
          <p:nvPr/>
        </p:nvSpPr>
        <p:spPr>
          <a:xfrm>
            <a:off x="1037107" y="2424206"/>
            <a:ext cx="2114004" cy="1108986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A75F3441-3596-5649-BD10-CF11C6E473EF}"/>
              </a:ext>
            </a:extLst>
          </p:cNvPr>
          <p:cNvSpPr/>
          <p:nvPr/>
        </p:nvSpPr>
        <p:spPr>
          <a:xfrm>
            <a:off x="1349010" y="2675718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47B9FE6-77A6-BD4A-A679-1615BE407619}"/>
              </a:ext>
            </a:extLst>
          </p:cNvPr>
          <p:cNvSpPr/>
          <p:nvPr/>
        </p:nvSpPr>
        <p:spPr>
          <a:xfrm>
            <a:off x="2735242" y="2745029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1FDF0EC9-DB80-5342-A1FF-EE8BDF9F669F}"/>
              </a:ext>
            </a:extLst>
          </p:cNvPr>
          <p:cNvSpPr/>
          <p:nvPr/>
        </p:nvSpPr>
        <p:spPr>
          <a:xfrm>
            <a:off x="2007470" y="3368834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AA00AA8F-BBBE-2E4C-8FE5-93EE0066F018}"/>
              </a:ext>
            </a:extLst>
          </p:cNvPr>
          <p:cNvSpPr/>
          <p:nvPr/>
        </p:nvSpPr>
        <p:spPr>
          <a:xfrm>
            <a:off x="1938159" y="2710373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D687E0A6-929E-644E-BCB2-7A721C796FC1}"/>
              </a:ext>
            </a:extLst>
          </p:cNvPr>
          <p:cNvSpPr/>
          <p:nvPr/>
        </p:nvSpPr>
        <p:spPr>
          <a:xfrm>
            <a:off x="1522289" y="3022276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C767776-199D-FE48-8E49-47FBBB752EAE}"/>
              </a:ext>
            </a:extLst>
          </p:cNvPr>
          <p:cNvSpPr/>
          <p:nvPr/>
        </p:nvSpPr>
        <p:spPr>
          <a:xfrm>
            <a:off x="2284717" y="3056932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65AA6027-7A1C-A44C-AB9D-52E30A985E4D}"/>
              </a:ext>
            </a:extLst>
          </p:cNvPr>
          <p:cNvSpPr/>
          <p:nvPr/>
        </p:nvSpPr>
        <p:spPr>
          <a:xfrm>
            <a:off x="1626256" y="2814341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45F2D113-C907-084E-8D97-CEEA96904C44}"/>
              </a:ext>
            </a:extLst>
          </p:cNvPr>
          <p:cNvSpPr/>
          <p:nvPr/>
        </p:nvSpPr>
        <p:spPr>
          <a:xfrm>
            <a:off x="2596619" y="2987620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829CF0FA-D2C4-CA44-B40A-D6D40BED8240}"/>
              </a:ext>
            </a:extLst>
          </p:cNvPr>
          <p:cNvSpPr/>
          <p:nvPr/>
        </p:nvSpPr>
        <p:spPr>
          <a:xfrm>
            <a:off x="1764879" y="3160899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5916124-024E-D54F-9FD2-EA378E63AD7E}"/>
              </a:ext>
            </a:extLst>
          </p:cNvPr>
          <p:cNvSpPr/>
          <p:nvPr/>
        </p:nvSpPr>
        <p:spPr>
          <a:xfrm>
            <a:off x="1938159" y="2502439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B502CC81-7EB2-554C-9313-AED3714AB1F0}"/>
              </a:ext>
            </a:extLst>
          </p:cNvPr>
          <p:cNvSpPr/>
          <p:nvPr/>
        </p:nvSpPr>
        <p:spPr>
          <a:xfrm>
            <a:off x="1175731" y="2883653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04F1758B-A18D-8243-80E0-6B9D777764FF}"/>
              </a:ext>
            </a:extLst>
          </p:cNvPr>
          <p:cNvSpPr/>
          <p:nvPr/>
        </p:nvSpPr>
        <p:spPr>
          <a:xfrm>
            <a:off x="2319372" y="2537094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98AF44AA-99F7-4845-8613-FFB309D851CB}"/>
              </a:ext>
            </a:extLst>
          </p:cNvPr>
          <p:cNvSpPr/>
          <p:nvPr/>
        </p:nvSpPr>
        <p:spPr>
          <a:xfrm>
            <a:off x="2457996" y="2779685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878E6256-C175-E140-AC8E-01D179B792C3}"/>
              </a:ext>
            </a:extLst>
          </p:cNvPr>
          <p:cNvSpPr/>
          <p:nvPr/>
        </p:nvSpPr>
        <p:spPr>
          <a:xfrm>
            <a:off x="2457996" y="3230211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13233400-1611-A347-80BE-D13A6C0BEF60}"/>
              </a:ext>
            </a:extLst>
          </p:cNvPr>
          <p:cNvSpPr/>
          <p:nvPr/>
        </p:nvSpPr>
        <p:spPr>
          <a:xfrm>
            <a:off x="2042126" y="2918308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A4CB51D0-237A-0A42-9F57-B8F33D3BC6F0}"/>
              </a:ext>
            </a:extLst>
          </p:cNvPr>
          <p:cNvSpPr/>
          <p:nvPr/>
        </p:nvSpPr>
        <p:spPr>
          <a:xfrm>
            <a:off x="2839210" y="2987620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415F7903-BF29-1441-A79B-91FE1CAD5E6B}"/>
              </a:ext>
            </a:extLst>
          </p:cNvPr>
          <p:cNvSpPr/>
          <p:nvPr/>
        </p:nvSpPr>
        <p:spPr>
          <a:xfrm>
            <a:off x="1626256" y="2606406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CF4D4030-B22C-5F4A-80C1-3FC7D747464A}"/>
              </a:ext>
            </a:extLst>
          </p:cNvPr>
          <p:cNvSpPr/>
          <p:nvPr/>
        </p:nvSpPr>
        <p:spPr>
          <a:xfrm>
            <a:off x="1591600" y="3230211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995905AC-3117-7E46-96CC-EC681001FA7F}"/>
              </a:ext>
            </a:extLst>
          </p:cNvPr>
          <p:cNvSpPr/>
          <p:nvPr/>
        </p:nvSpPr>
        <p:spPr>
          <a:xfrm>
            <a:off x="1418321" y="2848997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543A42C1-7CC7-3A4C-A042-AB48F8BA533B}"/>
              </a:ext>
            </a:extLst>
          </p:cNvPr>
          <p:cNvSpPr/>
          <p:nvPr/>
        </p:nvSpPr>
        <p:spPr>
          <a:xfrm>
            <a:off x="1834191" y="2918308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C43E7B60-2478-5040-8A38-61EC4C68885B}"/>
              </a:ext>
            </a:extLst>
          </p:cNvPr>
          <p:cNvSpPr/>
          <p:nvPr/>
        </p:nvSpPr>
        <p:spPr>
          <a:xfrm>
            <a:off x="2042126" y="3126243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01046434-2FD3-A24F-97CB-BA9DEBA6555D}"/>
              </a:ext>
            </a:extLst>
          </p:cNvPr>
          <p:cNvSpPr/>
          <p:nvPr/>
        </p:nvSpPr>
        <p:spPr>
          <a:xfrm>
            <a:off x="2284717" y="2883653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80BC826E-7263-E842-BF26-146963D0980C}"/>
              </a:ext>
            </a:extLst>
          </p:cNvPr>
          <p:cNvSpPr/>
          <p:nvPr/>
        </p:nvSpPr>
        <p:spPr>
          <a:xfrm>
            <a:off x="1210387" y="3056932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D83E4237-29E0-424A-86DA-8C470AF165D9}"/>
              </a:ext>
            </a:extLst>
          </p:cNvPr>
          <p:cNvSpPr/>
          <p:nvPr/>
        </p:nvSpPr>
        <p:spPr>
          <a:xfrm>
            <a:off x="2527307" y="2571750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7D82F500-EC2C-7D42-B194-52D2BBD97200}"/>
              </a:ext>
            </a:extLst>
          </p:cNvPr>
          <p:cNvSpPr/>
          <p:nvPr/>
        </p:nvSpPr>
        <p:spPr>
          <a:xfrm>
            <a:off x="2146093" y="2675718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19E6A2AC-FBD3-A644-8C07-21A7A5B9484F}"/>
              </a:ext>
            </a:extLst>
          </p:cNvPr>
          <p:cNvSpPr/>
          <p:nvPr/>
        </p:nvSpPr>
        <p:spPr>
          <a:xfrm>
            <a:off x="2665931" y="3160899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4A7E3B06-02A8-7542-84AF-87708F2F08B0}"/>
              </a:ext>
            </a:extLst>
          </p:cNvPr>
          <p:cNvSpPr/>
          <p:nvPr/>
        </p:nvSpPr>
        <p:spPr>
          <a:xfrm>
            <a:off x="2215405" y="3264866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E28831F3-1BEE-D34F-A150-0D66CF01C297}"/>
              </a:ext>
            </a:extLst>
          </p:cNvPr>
          <p:cNvCxnSpPr>
            <a:cxnSpLocks/>
            <a:stCxn id="2" idx="7"/>
          </p:cNvCxnSpPr>
          <p:nvPr/>
        </p:nvCxnSpPr>
        <p:spPr>
          <a:xfrm flipV="1">
            <a:off x="2841523" y="1940715"/>
            <a:ext cx="1141328" cy="645898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1B25104A-90F8-4E4D-A8B6-DC5E28E65D43}"/>
              </a:ext>
            </a:extLst>
          </p:cNvPr>
          <p:cNvCxnSpPr>
            <a:cxnSpLocks/>
            <a:endCxn id="55" idx="2"/>
          </p:cNvCxnSpPr>
          <p:nvPr/>
        </p:nvCxnSpPr>
        <p:spPr>
          <a:xfrm flipV="1">
            <a:off x="3082750" y="2652628"/>
            <a:ext cx="900101" cy="109729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97AAC572-EEBA-C641-8709-1807184A4E2E}"/>
              </a:ext>
            </a:extLst>
          </p:cNvPr>
          <p:cNvCxnSpPr>
            <a:cxnSpLocks/>
          </p:cNvCxnSpPr>
          <p:nvPr/>
        </p:nvCxnSpPr>
        <p:spPr>
          <a:xfrm>
            <a:off x="3064060" y="3202785"/>
            <a:ext cx="918792" cy="166049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F97EDD4E-89AD-6F45-8D27-17013B51F102}"/>
              </a:ext>
            </a:extLst>
          </p:cNvPr>
          <p:cNvCxnSpPr>
            <a:cxnSpLocks/>
            <a:stCxn id="2" idx="5"/>
          </p:cNvCxnSpPr>
          <p:nvPr/>
        </p:nvCxnSpPr>
        <p:spPr>
          <a:xfrm>
            <a:off x="2841523" y="3370785"/>
            <a:ext cx="1141328" cy="691165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Овал 53">
            <a:extLst>
              <a:ext uri="{FF2B5EF4-FFF2-40B4-BE49-F238E27FC236}">
                <a16:creationId xmlns:a16="http://schemas.microsoft.com/office/drawing/2014/main" id="{B4E189AB-CA90-F842-A287-DEB1C1A8F761}"/>
              </a:ext>
            </a:extLst>
          </p:cNvPr>
          <p:cNvSpPr/>
          <p:nvPr/>
        </p:nvSpPr>
        <p:spPr>
          <a:xfrm>
            <a:off x="3982851" y="1643083"/>
            <a:ext cx="1230281" cy="591453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5" name="Овал 54">
            <a:extLst>
              <a:ext uri="{FF2B5EF4-FFF2-40B4-BE49-F238E27FC236}">
                <a16:creationId xmlns:a16="http://schemas.microsoft.com/office/drawing/2014/main" id="{F73684BC-0D6F-8C48-9B26-A9D522F234B4}"/>
              </a:ext>
            </a:extLst>
          </p:cNvPr>
          <p:cNvSpPr/>
          <p:nvPr/>
        </p:nvSpPr>
        <p:spPr>
          <a:xfrm>
            <a:off x="3982851" y="2356902"/>
            <a:ext cx="1230281" cy="591453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6" name="Овал 55">
            <a:extLst>
              <a:ext uri="{FF2B5EF4-FFF2-40B4-BE49-F238E27FC236}">
                <a16:creationId xmlns:a16="http://schemas.microsoft.com/office/drawing/2014/main" id="{1A75C122-B40A-F745-A5EB-ACD424EAF8D0}"/>
              </a:ext>
            </a:extLst>
          </p:cNvPr>
          <p:cNvSpPr/>
          <p:nvPr/>
        </p:nvSpPr>
        <p:spPr>
          <a:xfrm>
            <a:off x="3982851" y="3068581"/>
            <a:ext cx="1230281" cy="591453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7" name="Овал 56">
            <a:extLst>
              <a:ext uri="{FF2B5EF4-FFF2-40B4-BE49-F238E27FC236}">
                <a16:creationId xmlns:a16="http://schemas.microsoft.com/office/drawing/2014/main" id="{00B4EA95-C029-734A-9489-DEBCF2B4F62E}"/>
              </a:ext>
            </a:extLst>
          </p:cNvPr>
          <p:cNvSpPr/>
          <p:nvPr/>
        </p:nvSpPr>
        <p:spPr>
          <a:xfrm>
            <a:off x="3982851" y="3782399"/>
            <a:ext cx="1230281" cy="591453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9" name="Овал 58">
            <a:extLst>
              <a:ext uri="{FF2B5EF4-FFF2-40B4-BE49-F238E27FC236}">
                <a16:creationId xmlns:a16="http://schemas.microsoft.com/office/drawing/2014/main" id="{7926C342-6AAC-0241-8C17-B038CB2E7B44}"/>
              </a:ext>
            </a:extLst>
          </p:cNvPr>
          <p:cNvSpPr/>
          <p:nvPr/>
        </p:nvSpPr>
        <p:spPr>
          <a:xfrm>
            <a:off x="4292180" y="2044037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0" name="Овал 59">
            <a:extLst>
              <a:ext uri="{FF2B5EF4-FFF2-40B4-BE49-F238E27FC236}">
                <a16:creationId xmlns:a16="http://schemas.microsoft.com/office/drawing/2014/main" id="{62CFC5DD-572F-D74F-9CD2-231E51EBC17C}"/>
              </a:ext>
            </a:extLst>
          </p:cNvPr>
          <p:cNvSpPr/>
          <p:nvPr/>
        </p:nvSpPr>
        <p:spPr>
          <a:xfrm>
            <a:off x="4502689" y="1740011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1" name="Овал 60">
            <a:extLst>
              <a:ext uri="{FF2B5EF4-FFF2-40B4-BE49-F238E27FC236}">
                <a16:creationId xmlns:a16="http://schemas.microsoft.com/office/drawing/2014/main" id="{230E3B29-D2D0-D643-A007-8D1F2BFD52A2}"/>
              </a:ext>
            </a:extLst>
          </p:cNvPr>
          <p:cNvSpPr/>
          <p:nvPr/>
        </p:nvSpPr>
        <p:spPr>
          <a:xfrm>
            <a:off x="4963169" y="1947946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2" name="Овал 61">
            <a:extLst>
              <a:ext uri="{FF2B5EF4-FFF2-40B4-BE49-F238E27FC236}">
                <a16:creationId xmlns:a16="http://schemas.microsoft.com/office/drawing/2014/main" id="{B916153F-B277-A94E-82FC-1786E8BDE1C4}"/>
              </a:ext>
            </a:extLst>
          </p:cNvPr>
          <p:cNvSpPr/>
          <p:nvPr/>
        </p:nvSpPr>
        <p:spPr>
          <a:xfrm>
            <a:off x="4121475" y="1878634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3" name="Овал 62">
            <a:extLst>
              <a:ext uri="{FF2B5EF4-FFF2-40B4-BE49-F238E27FC236}">
                <a16:creationId xmlns:a16="http://schemas.microsoft.com/office/drawing/2014/main" id="{E4272944-E87B-D64C-9C56-FB0D7FF00797}"/>
              </a:ext>
            </a:extLst>
          </p:cNvPr>
          <p:cNvSpPr/>
          <p:nvPr/>
        </p:nvSpPr>
        <p:spPr>
          <a:xfrm>
            <a:off x="4294754" y="1809322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4" name="Овал 63">
            <a:extLst>
              <a:ext uri="{FF2B5EF4-FFF2-40B4-BE49-F238E27FC236}">
                <a16:creationId xmlns:a16="http://schemas.microsoft.com/office/drawing/2014/main" id="{256288D0-F840-FE4B-BAB2-D0C4E7CFC380}"/>
              </a:ext>
            </a:extLst>
          </p:cNvPr>
          <p:cNvSpPr/>
          <p:nvPr/>
        </p:nvSpPr>
        <p:spPr>
          <a:xfrm>
            <a:off x="4546586" y="2096021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5" name="Овал 64">
            <a:extLst>
              <a:ext uri="{FF2B5EF4-FFF2-40B4-BE49-F238E27FC236}">
                <a16:creationId xmlns:a16="http://schemas.microsoft.com/office/drawing/2014/main" id="{8EAA1F90-91F7-2C4F-A36A-67F0C607766C}"/>
              </a:ext>
            </a:extLst>
          </p:cNvPr>
          <p:cNvSpPr/>
          <p:nvPr/>
        </p:nvSpPr>
        <p:spPr>
          <a:xfrm>
            <a:off x="4675968" y="1843978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6" name="Овал 65">
            <a:extLst>
              <a:ext uri="{FF2B5EF4-FFF2-40B4-BE49-F238E27FC236}">
                <a16:creationId xmlns:a16="http://schemas.microsoft.com/office/drawing/2014/main" id="{117E780D-6F6D-BF42-A4B0-672F50938120}"/>
              </a:ext>
            </a:extLst>
          </p:cNvPr>
          <p:cNvSpPr/>
          <p:nvPr/>
        </p:nvSpPr>
        <p:spPr>
          <a:xfrm>
            <a:off x="4710623" y="2017257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7" name="Овал 66">
            <a:extLst>
              <a:ext uri="{FF2B5EF4-FFF2-40B4-BE49-F238E27FC236}">
                <a16:creationId xmlns:a16="http://schemas.microsoft.com/office/drawing/2014/main" id="{052FD052-2886-9F43-B569-D29E27E43BAC}"/>
              </a:ext>
            </a:extLst>
          </p:cNvPr>
          <p:cNvSpPr/>
          <p:nvPr/>
        </p:nvSpPr>
        <p:spPr>
          <a:xfrm>
            <a:off x="4468033" y="1913290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8" name="Овал 67">
            <a:extLst>
              <a:ext uri="{FF2B5EF4-FFF2-40B4-BE49-F238E27FC236}">
                <a16:creationId xmlns:a16="http://schemas.microsoft.com/office/drawing/2014/main" id="{0106D7E2-D816-754E-A7A1-6EE959EE79E6}"/>
              </a:ext>
            </a:extLst>
          </p:cNvPr>
          <p:cNvSpPr/>
          <p:nvPr/>
        </p:nvSpPr>
        <p:spPr>
          <a:xfrm>
            <a:off x="4849247" y="1774667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69" name="Овал 68">
            <a:extLst>
              <a:ext uri="{FF2B5EF4-FFF2-40B4-BE49-F238E27FC236}">
                <a16:creationId xmlns:a16="http://schemas.microsoft.com/office/drawing/2014/main" id="{C9C3D075-7010-7547-B57D-EA752BF2B1A4}"/>
              </a:ext>
            </a:extLst>
          </p:cNvPr>
          <p:cNvSpPr/>
          <p:nvPr/>
        </p:nvSpPr>
        <p:spPr>
          <a:xfrm>
            <a:off x="4364065" y="4200573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0" name="Овал 69">
            <a:extLst>
              <a:ext uri="{FF2B5EF4-FFF2-40B4-BE49-F238E27FC236}">
                <a16:creationId xmlns:a16="http://schemas.microsoft.com/office/drawing/2014/main" id="{77C82BF8-AF43-1046-99EB-64D5B753BC44}"/>
              </a:ext>
            </a:extLst>
          </p:cNvPr>
          <p:cNvSpPr/>
          <p:nvPr/>
        </p:nvSpPr>
        <p:spPr>
          <a:xfrm>
            <a:off x="4537344" y="3854015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1" name="Овал 70">
            <a:extLst>
              <a:ext uri="{FF2B5EF4-FFF2-40B4-BE49-F238E27FC236}">
                <a16:creationId xmlns:a16="http://schemas.microsoft.com/office/drawing/2014/main" id="{76435EEA-4D29-0048-8950-9C715DF21DF0}"/>
              </a:ext>
            </a:extLst>
          </p:cNvPr>
          <p:cNvSpPr/>
          <p:nvPr/>
        </p:nvSpPr>
        <p:spPr>
          <a:xfrm>
            <a:off x="4714352" y="3957983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2" name="Овал 71">
            <a:extLst>
              <a:ext uri="{FF2B5EF4-FFF2-40B4-BE49-F238E27FC236}">
                <a16:creationId xmlns:a16="http://schemas.microsoft.com/office/drawing/2014/main" id="{E80CDC2C-E8C1-B64A-9A86-8CDBA593584F}"/>
              </a:ext>
            </a:extLst>
          </p:cNvPr>
          <p:cNvSpPr/>
          <p:nvPr/>
        </p:nvSpPr>
        <p:spPr>
          <a:xfrm>
            <a:off x="4260098" y="3923327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3" name="Овал 72">
            <a:extLst>
              <a:ext uri="{FF2B5EF4-FFF2-40B4-BE49-F238E27FC236}">
                <a16:creationId xmlns:a16="http://schemas.microsoft.com/office/drawing/2014/main" id="{1FE35EDA-FF41-5940-A6BF-521A2262798A}"/>
              </a:ext>
            </a:extLst>
          </p:cNvPr>
          <p:cNvSpPr/>
          <p:nvPr/>
        </p:nvSpPr>
        <p:spPr>
          <a:xfrm>
            <a:off x="4156130" y="4061950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4" name="Овал 73">
            <a:extLst>
              <a:ext uri="{FF2B5EF4-FFF2-40B4-BE49-F238E27FC236}">
                <a16:creationId xmlns:a16="http://schemas.microsoft.com/office/drawing/2014/main" id="{F81E64DC-1C1E-D640-BE31-DF80C938A7E7}"/>
              </a:ext>
            </a:extLst>
          </p:cNvPr>
          <p:cNvSpPr/>
          <p:nvPr/>
        </p:nvSpPr>
        <p:spPr>
          <a:xfrm>
            <a:off x="4581242" y="4027294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5" name="Овал 74">
            <a:extLst>
              <a:ext uri="{FF2B5EF4-FFF2-40B4-BE49-F238E27FC236}">
                <a16:creationId xmlns:a16="http://schemas.microsoft.com/office/drawing/2014/main" id="{9FCC31A2-32EE-5F48-A282-F95D6AE73828}"/>
              </a:ext>
            </a:extLst>
          </p:cNvPr>
          <p:cNvSpPr/>
          <p:nvPr/>
        </p:nvSpPr>
        <p:spPr>
          <a:xfrm>
            <a:off x="4883903" y="4096606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6" name="Овал 75">
            <a:extLst>
              <a:ext uri="{FF2B5EF4-FFF2-40B4-BE49-F238E27FC236}">
                <a16:creationId xmlns:a16="http://schemas.microsoft.com/office/drawing/2014/main" id="{1035BE14-24AC-424F-AB49-1E46BD43498F}"/>
              </a:ext>
            </a:extLst>
          </p:cNvPr>
          <p:cNvSpPr/>
          <p:nvPr/>
        </p:nvSpPr>
        <p:spPr>
          <a:xfrm>
            <a:off x="4396148" y="4028788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7" name="Овал 76">
            <a:extLst>
              <a:ext uri="{FF2B5EF4-FFF2-40B4-BE49-F238E27FC236}">
                <a16:creationId xmlns:a16="http://schemas.microsoft.com/office/drawing/2014/main" id="{12071E4E-DCD3-6E4A-B206-9B6BCEFF13B0}"/>
              </a:ext>
            </a:extLst>
          </p:cNvPr>
          <p:cNvSpPr/>
          <p:nvPr/>
        </p:nvSpPr>
        <p:spPr>
          <a:xfrm>
            <a:off x="4710623" y="4200573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8" name="Овал 77">
            <a:extLst>
              <a:ext uri="{FF2B5EF4-FFF2-40B4-BE49-F238E27FC236}">
                <a16:creationId xmlns:a16="http://schemas.microsoft.com/office/drawing/2014/main" id="{19ADCA2B-E9A1-DE49-B960-797AF59C1E6D}"/>
              </a:ext>
            </a:extLst>
          </p:cNvPr>
          <p:cNvSpPr/>
          <p:nvPr/>
        </p:nvSpPr>
        <p:spPr>
          <a:xfrm>
            <a:off x="4883903" y="3888671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9" name="Овал 78">
            <a:extLst>
              <a:ext uri="{FF2B5EF4-FFF2-40B4-BE49-F238E27FC236}">
                <a16:creationId xmlns:a16="http://schemas.microsoft.com/office/drawing/2014/main" id="{34103819-3532-D148-9341-F5C3E55BEC84}"/>
              </a:ext>
            </a:extLst>
          </p:cNvPr>
          <p:cNvSpPr/>
          <p:nvPr/>
        </p:nvSpPr>
        <p:spPr>
          <a:xfrm>
            <a:off x="4433377" y="3472801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0" name="Овал 79">
            <a:extLst>
              <a:ext uri="{FF2B5EF4-FFF2-40B4-BE49-F238E27FC236}">
                <a16:creationId xmlns:a16="http://schemas.microsoft.com/office/drawing/2014/main" id="{FD28DD01-B44A-EC4E-8FE5-4BE4E92B4E2E}"/>
              </a:ext>
            </a:extLst>
          </p:cNvPr>
          <p:cNvSpPr/>
          <p:nvPr/>
        </p:nvSpPr>
        <p:spPr>
          <a:xfrm>
            <a:off x="4468033" y="3126243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1" name="Овал 80">
            <a:extLst>
              <a:ext uri="{FF2B5EF4-FFF2-40B4-BE49-F238E27FC236}">
                <a16:creationId xmlns:a16="http://schemas.microsoft.com/office/drawing/2014/main" id="{D8B73496-E246-444E-8591-A32230E491FA}"/>
              </a:ext>
            </a:extLst>
          </p:cNvPr>
          <p:cNvSpPr/>
          <p:nvPr/>
        </p:nvSpPr>
        <p:spPr>
          <a:xfrm>
            <a:off x="4849247" y="3195555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2" name="Овал 81">
            <a:extLst>
              <a:ext uri="{FF2B5EF4-FFF2-40B4-BE49-F238E27FC236}">
                <a16:creationId xmlns:a16="http://schemas.microsoft.com/office/drawing/2014/main" id="{DBF19097-85C4-CD45-AF18-4A351455BD7B}"/>
              </a:ext>
            </a:extLst>
          </p:cNvPr>
          <p:cNvSpPr/>
          <p:nvPr/>
        </p:nvSpPr>
        <p:spPr>
          <a:xfrm>
            <a:off x="4086819" y="3299522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3" name="Овал 82">
            <a:extLst>
              <a:ext uri="{FF2B5EF4-FFF2-40B4-BE49-F238E27FC236}">
                <a16:creationId xmlns:a16="http://schemas.microsoft.com/office/drawing/2014/main" id="{1A2F5408-A786-814C-89E4-DAD882781EF6}"/>
              </a:ext>
            </a:extLst>
          </p:cNvPr>
          <p:cNvSpPr/>
          <p:nvPr/>
        </p:nvSpPr>
        <p:spPr>
          <a:xfrm>
            <a:off x="4260098" y="3195555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4" name="Овал 83">
            <a:extLst>
              <a:ext uri="{FF2B5EF4-FFF2-40B4-BE49-F238E27FC236}">
                <a16:creationId xmlns:a16="http://schemas.microsoft.com/office/drawing/2014/main" id="{466A4222-86AD-2441-998F-D5CB90B8939A}"/>
              </a:ext>
            </a:extLst>
          </p:cNvPr>
          <p:cNvSpPr/>
          <p:nvPr/>
        </p:nvSpPr>
        <p:spPr>
          <a:xfrm>
            <a:off x="4615898" y="3472801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5" name="Овал 84">
            <a:extLst>
              <a:ext uri="{FF2B5EF4-FFF2-40B4-BE49-F238E27FC236}">
                <a16:creationId xmlns:a16="http://schemas.microsoft.com/office/drawing/2014/main" id="{FD4CDDE0-849F-BC48-8388-A75554559FD2}"/>
              </a:ext>
            </a:extLst>
          </p:cNvPr>
          <p:cNvSpPr/>
          <p:nvPr/>
        </p:nvSpPr>
        <p:spPr>
          <a:xfrm>
            <a:off x="4918558" y="3368834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6" name="Овал 85">
            <a:extLst>
              <a:ext uri="{FF2B5EF4-FFF2-40B4-BE49-F238E27FC236}">
                <a16:creationId xmlns:a16="http://schemas.microsoft.com/office/drawing/2014/main" id="{4011715F-5A6E-024B-A962-E6B988C81F00}"/>
              </a:ext>
            </a:extLst>
          </p:cNvPr>
          <p:cNvSpPr/>
          <p:nvPr/>
        </p:nvSpPr>
        <p:spPr>
          <a:xfrm>
            <a:off x="4430804" y="3301016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7" name="Овал 86">
            <a:extLst>
              <a:ext uri="{FF2B5EF4-FFF2-40B4-BE49-F238E27FC236}">
                <a16:creationId xmlns:a16="http://schemas.microsoft.com/office/drawing/2014/main" id="{5D45C1F2-D21A-E64D-B9D1-BA2C575B201B}"/>
              </a:ext>
            </a:extLst>
          </p:cNvPr>
          <p:cNvSpPr/>
          <p:nvPr/>
        </p:nvSpPr>
        <p:spPr>
          <a:xfrm>
            <a:off x="4779935" y="3438146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8" name="Овал 87">
            <a:extLst>
              <a:ext uri="{FF2B5EF4-FFF2-40B4-BE49-F238E27FC236}">
                <a16:creationId xmlns:a16="http://schemas.microsoft.com/office/drawing/2014/main" id="{F84F53CF-03D5-D149-ACC7-D0A13697AC70}"/>
              </a:ext>
            </a:extLst>
          </p:cNvPr>
          <p:cNvSpPr/>
          <p:nvPr/>
        </p:nvSpPr>
        <p:spPr>
          <a:xfrm>
            <a:off x="4257461" y="3451099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0" name="Овал 89">
            <a:extLst>
              <a:ext uri="{FF2B5EF4-FFF2-40B4-BE49-F238E27FC236}">
                <a16:creationId xmlns:a16="http://schemas.microsoft.com/office/drawing/2014/main" id="{3B326C5D-DD18-F943-996A-83ACD88D93D3}"/>
              </a:ext>
            </a:extLst>
          </p:cNvPr>
          <p:cNvSpPr/>
          <p:nvPr/>
        </p:nvSpPr>
        <p:spPr>
          <a:xfrm>
            <a:off x="4641312" y="3299522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1" name="Овал 90">
            <a:extLst>
              <a:ext uri="{FF2B5EF4-FFF2-40B4-BE49-F238E27FC236}">
                <a16:creationId xmlns:a16="http://schemas.microsoft.com/office/drawing/2014/main" id="{D6F1D06D-8FFE-F34B-A61F-0BAAD673BBA5}"/>
              </a:ext>
            </a:extLst>
          </p:cNvPr>
          <p:cNvSpPr/>
          <p:nvPr/>
        </p:nvSpPr>
        <p:spPr>
          <a:xfrm>
            <a:off x="4641312" y="3160899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2" name="Овал 91">
            <a:extLst>
              <a:ext uri="{FF2B5EF4-FFF2-40B4-BE49-F238E27FC236}">
                <a16:creationId xmlns:a16="http://schemas.microsoft.com/office/drawing/2014/main" id="{07F046CC-208E-9A4D-9823-2B98DFFCDAE2}"/>
              </a:ext>
            </a:extLst>
          </p:cNvPr>
          <p:cNvSpPr/>
          <p:nvPr/>
        </p:nvSpPr>
        <p:spPr>
          <a:xfrm>
            <a:off x="4710623" y="2641062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3" name="Овал 92">
            <a:extLst>
              <a:ext uri="{FF2B5EF4-FFF2-40B4-BE49-F238E27FC236}">
                <a16:creationId xmlns:a16="http://schemas.microsoft.com/office/drawing/2014/main" id="{8B4936DA-B3FD-6A4F-9445-DBA1BFA4FE70}"/>
              </a:ext>
            </a:extLst>
          </p:cNvPr>
          <p:cNvSpPr/>
          <p:nvPr/>
        </p:nvSpPr>
        <p:spPr>
          <a:xfrm>
            <a:off x="4364065" y="2745029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4" name="Овал 93">
            <a:extLst>
              <a:ext uri="{FF2B5EF4-FFF2-40B4-BE49-F238E27FC236}">
                <a16:creationId xmlns:a16="http://schemas.microsoft.com/office/drawing/2014/main" id="{53500204-04D7-0A4C-8B24-DB269FFD7135}"/>
              </a:ext>
            </a:extLst>
          </p:cNvPr>
          <p:cNvSpPr/>
          <p:nvPr/>
        </p:nvSpPr>
        <p:spPr>
          <a:xfrm>
            <a:off x="4537344" y="2398471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5" name="Овал 94">
            <a:extLst>
              <a:ext uri="{FF2B5EF4-FFF2-40B4-BE49-F238E27FC236}">
                <a16:creationId xmlns:a16="http://schemas.microsoft.com/office/drawing/2014/main" id="{A9C4AAC5-7A85-814E-B5EC-C0042063A23A}"/>
              </a:ext>
            </a:extLst>
          </p:cNvPr>
          <p:cNvSpPr/>
          <p:nvPr/>
        </p:nvSpPr>
        <p:spPr>
          <a:xfrm>
            <a:off x="4779935" y="2502439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6" name="Овал 95">
            <a:extLst>
              <a:ext uri="{FF2B5EF4-FFF2-40B4-BE49-F238E27FC236}">
                <a16:creationId xmlns:a16="http://schemas.microsoft.com/office/drawing/2014/main" id="{C41DBD10-E1D5-4840-8B8F-66E12A6CD810}"/>
              </a:ext>
            </a:extLst>
          </p:cNvPr>
          <p:cNvSpPr/>
          <p:nvPr/>
        </p:nvSpPr>
        <p:spPr>
          <a:xfrm>
            <a:off x="4086819" y="2571750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7" name="Овал 96">
            <a:extLst>
              <a:ext uri="{FF2B5EF4-FFF2-40B4-BE49-F238E27FC236}">
                <a16:creationId xmlns:a16="http://schemas.microsoft.com/office/drawing/2014/main" id="{DF835D0F-1B48-E44D-8CAA-FAE0E9EDFDA7}"/>
              </a:ext>
            </a:extLst>
          </p:cNvPr>
          <p:cNvSpPr/>
          <p:nvPr/>
        </p:nvSpPr>
        <p:spPr>
          <a:xfrm>
            <a:off x="4502689" y="2606406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8" name="Овал 97">
            <a:extLst>
              <a:ext uri="{FF2B5EF4-FFF2-40B4-BE49-F238E27FC236}">
                <a16:creationId xmlns:a16="http://schemas.microsoft.com/office/drawing/2014/main" id="{6F70CD6F-B922-C140-861C-3D0E082FA6DC}"/>
              </a:ext>
            </a:extLst>
          </p:cNvPr>
          <p:cNvSpPr/>
          <p:nvPr/>
        </p:nvSpPr>
        <p:spPr>
          <a:xfrm>
            <a:off x="4953214" y="2571750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9" name="Овал 98">
            <a:extLst>
              <a:ext uri="{FF2B5EF4-FFF2-40B4-BE49-F238E27FC236}">
                <a16:creationId xmlns:a16="http://schemas.microsoft.com/office/drawing/2014/main" id="{F7EBD2EB-E162-434B-A61E-12526C16EBFE}"/>
              </a:ext>
            </a:extLst>
          </p:cNvPr>
          <p:cNvSpPr/>
          <p:nvPr/>
        </p:nvSpPr>
        <p:spPr>
          <a:xfrm>
            <a:off x="4294754" y="2467783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00" name="Овал 99">
            <a:extLst>
              <a:ext uri="{FF2B5EF4-FFF2-40B4-BE49-F238E27FC236}">
                <a16:creationId xmlns:a16="http://schemas.microsoft.com/office/drawing/2014/main" id="{8F24C1CD-E3CE-5F43-8243-46525B1F25FE}"/>
              </a:ext>
            </a:extLst>
          </p:cNvPr>
          <p:cNvSpPr/>
          <p:nvPr/>
        </p:nvSpPr>
        <p:spPr>
          <a:xfrm>
            <a:off x="4537344" y="2745029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01" name="Овал 100">
            <a:extLst>
              <a:ext uri="{FF2B5EF4-FFF2-40B4-BE49-F238E27FC236}">
                <a16:creationId xmlns:a16="http://schemas.microsoft.com/office/drawing/2014/main" id="{C9BA6702-8AD0-B242-9C26-E4E2867F8B1E}"/>
              </a:ext>
            </a:extLst>
          </p:cNvPr>
          <p:cNvSpPr/>
          <p:nvPr/>
        </p:nvSpPr>
        <p:spPr>
          <a:xfrm>
            <a:off x="4883903" y="2710373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02" name="Овал 101">
            <a:extLst>
              <a:ext uri="{FF2B5EF4-FFF2-40B4-BE49-F238E27FC236}">
                <a16:creationId xmlns:a16="http://schemas.microsoft.com/office/drawing/2014/main" id="{6608F4D1-3068-3A40-A6DF-CF525B6B7911}"/>
              </a:ext>
            </a:extLst>
          </p:cNvPr>
          <p:cNvSpPr/>
          <p:nvPr/>
        </p:nvSpPr>
        <p:spPr>
          <a:xfrm>
            <a:off x="4225442" y="2675718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03" name="Скругленный прямоугольник 102">
            <a:extLst>
              <a:ext uri="{FF2B5EF4-FFF2-40B4-BE49-F238E27FC236}">
                <a16:creationId xmlns:a16="http://schemas.microsoft.com/office/drawing/2014/main" id="{9E51CDA0-8A57-6C40-ADCF-5468A2F381C6}"/>
              </a:ext>
            </a:extLst>
          </p:cNvPr>
          <p:cNvSpPr/>
          <p:nvPr/>
        </p:nvSpPr>
        <p:spPr>
          <a:xfrm>
            <a:off x="5716054" y="1532076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Дерево решений</a:t>
            </a:r>
          </a:p>
        </p:txBody>
      </p:sp>
      <p:sp>
        <p:nvSpPr>
          <p:cNvPr id="104" name="Скругленный прямоугольник 103">
            <a:extLst>
              <a:ext uri="{FF2B5EF4-FFF2-40B4-BE49-F238E27FC236}">
                <a16:creationId xmlns:a16="http://schemas.microsoft.com/office/drawing/2014/main" id="{33AB0694-CDCE-354C-976F-4CE2925F9489}"/>
              </a:ext>
            </a:extLst>
          </p:cNvPr>
          <p:cNvSpPr/>
          <p:nvPr/>
        </p:nvSpPr>
        <p:spPr>
          <a:xfrm>
            <a:off x="5716054" y="2311831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Дерево решений</a:t>
            </a:r>
          </a:p>
        </p:txBody>
      </p:sp>
      <p:sp>
        <p:nvSpPr>
          <p:cNvPr id="105" name="Скругленный прямоугольник 104">
            <a:extLst>
              <a:ext uri="{FF2B5EF4-FFF2-40B4-BE49-F238E27FC236}">
                <a16:creationId xmlns:a16="http://schemas.microsoft.com/office/drawing/2014/main" id="{1A0FF0F0-E6F3-9A40-938F-FB2387EDEB1E}"/>
              </a:ext>
            </a:extLst>
          </p:cNvPr>
          <p:cNvSpPr/>
          <p:nvPr/>
        </p:nvSpPr>
        <p:spPr>
          <a:xfrm>
            <a:off x="5715642" y="3091587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Дерево решений</a:t>
            </a:r>
          </a:p>
        </p:txBody>
      </p:sp>
      <p:sp>
        <p:nvSpPr>
          <p:cNvPr id="106" name="Скругленный прямоугольник 105">
            <a:extLst>
              <a:ext uri="{FF2B5EF4-FFF2-40B4-BE49-F238E27FC236}">
                <a16:creationId xmlns:a16="http://schemas.microsoft.com/office/drawing/2014/main" id="{F53FDEAD-06E3-ED4E-8357-28DFD841447A}"/>
              </a:ext>
            </a:extLst>
          </p:cNvPr>
          <p:cNvSpPr/>
          <p:nvPr/>
        </p:nvSpPr>
        <p:spPr>
          <a:xfrm>
            <a:off x="5715642" y="3871343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Дерево решений</a:t>
            </a:r>
          </a:p>
        </p:txBody>
      </p:sp>
      <p:cxnSp>
        <p:nvCxnSpPr>
          <p:cNvPr id="107" name="Прямая со стрелкой 106">
            <a:extLst>
              <a:ext uri="{FF2B5EF4-FFF2-40B4-BE49-F238E27FC236}">
                <a16:creationId xmlns:a16="http://schemas.microsoft.com/office/drawing/2014/main" id="{82D95C37-6B65-2C43-BD30-9D676C66DA58}"/>
              </a:ext>
            </a:extLst>
          </p:cNvPr>
          <p:cNvCxnSpPr>
            <a:cxnSpLocks/>
            <a:stCxn id="54" idx="6"/>
          </p:cNvCxnSpPr>
          <p:nvPr/>
        </p:nvCxnSpPr>
        <p:spPr>
          <a:xfrm flipV="1">
            <a:off x="5213133" y="1809322"/>
            <a:ext cx="502509" cy="129488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Прямая со стрелкой 107">
            <a:extLst>
              <a:ext uri="{FF2B5EF4-FFF2-40B4-BE49-F238E27FC236}">
                <a16:creationId xmlns:a16="http://schemas.microsoft.com/office/drawing/2014/main" id="{A9BF41CB-0545-044A-A8DA-8FFD8C822B46}"/>
              </a:ext>
            </a:extLst>
          </p:cNvPr>
          <p:cNvCxnSpPr>
            <a:cxnSpLocks/>
            <a:stCxn id="55" idx="6"/>
            <a:endCxn id="104" idx="1"/>
          </p:cNvCxnSpPr>
          <p:nvPr/>
        </p:nvCxnSpPr>
        <p:spPr>
          <a:xfrm flipV="1">
            <a:off x="5213133" y="2606406"/>
            <a:ext cx="502922" cy="46223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Прямая со стрелкой 108">
            <a:extLst>
              <a:ext uri="{FF2B5EF4-FFF2-40B4-BE49-F238E27FC236}">
                <a16:creationId xmlns:a16="http://schemas.microsoft.com/office/drawing/2014/main" id="{10A8EC26-1CF7-0C44-AAD2-8463C7FDE0A7}"/>
              </a:ext>
            </a:extLst>
          </p:cNvPr>
          <p:cNvCxnSpPr>
            <a:cxnSpLocks/>
            <a:endCxn id="105" idx="1"/>
          </p:cNvCxnSpPr>
          <p:nvPr/>
        </p:nvCxnSpPr>
        <p:spPr>
          <a:xfrm flipV="1">
            <a:off x="5232524" y="3386162"/>
            <a:ext cx="483118" cy="1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Прямая со стрелкой 109">
            <a:extLst>
              <a:ext uri="{FF2B5EF4-FFF2-40B4-BE49-F238E27FC236}">
                <a16:creationId xmlns:a16="http://schemas.microsoft.com/office/drawing/2014/main" id="{F6DD6469-0E39-F74D-ADFF-AF3E856F4C24}"/>
              </a:ext>
            </a:extLst>
          </p:cNvPr>
          <p:cNvCxnSpPr>
            <a:cxnSpLocks/>
            <a:stCxn id="57" idx="6"/>
            <a:endCxn id="106" idx="1"/>
          </p:cNvCxnSpPr>
          <p:nvPr/>
        </p:nvCxnSpPr>
        <p:spPr>
          <a:xfrm>
            <a:off x="5213133" y="4078126"/>
            <a:ext cx="502509" cy="87792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Закрывающая фигурная скобка 110">
            <a:extLst>
              <a:ext uri="{FF2B5EF4-FFF2-40B4-BE49-F238E27FC236}">
                <a16:creationId xmlns:a16="http://schemas.microsoft.com/office/drawing/2014/main" id="{A197879C-3383-C74C-BF10-4F84749BE8A6}"/>
              </a:ext>
            </a:extLst>
          </p:cNvPr>
          <p:cNvSpPr/>
          <p:nvPr/>
        </p:nvSpPr>
        <p:spPr>
          <a:xfrm>
            <a:off x="7552400" y="1532076"/>
            <a:ext cx="301260" cy="2928416"/>
          </a:xfrm>
          <a:prstGeom prst="rightBrace">
            <a:avLst>
              <a:gd name="adj1" fmla="val 75517"/>
              <a:gd name="adj2" fmla="val 50000"/>
            </a:avLst>
          </a:prstGeom>
          <a:ln w="47625">
            <a:solidFill>
              <a:srgbClr val="0071C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637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56A46EB-1644-1443-8F8A-0C58EA616AA5}"/>
              </a:ext>
            </a:extLst>
          </p:cNvPr>
          <p:cNvSpPr txBox="1"/>
          <p:nvPr/>
        </p:nvSpPr>
        <p:spPr>
          <a:xfrm>
            <a:off x="3636293" y="4360816"/>
            <a:ext cx="1975381" cy="848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37" dirty="0">
                <a:latin typeface="IBM Plex Mono"/>
                <a:ea typeface="Verdana" panose="020B0604030504040204" pitchFamily="34" charset="0"/>
              </a:rPr>
              <a:t>Случайный выбор с повторениями</a:t>
            </a:r>
            <a:endParaRPr lang="ru-RU" sz="1637" dirty="0"/>
          </a:p>
        </p:txBody>
      </p:sp>
    </p:spTree>
    <p:extLst>
      <p:ext uri="{BB962C8B-B14F-4D97-AF65-F5344CB8AC3E}">
        <p14:creationId xmlns:p14="http://schemas.microsoft.com/office/powerpoint/2010/main" val="3008640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</a:rPr>
              <a:t>Случайный лес (</a:t>
            </a:r>
            <a:r>
              <a:rPr lang="en-US" sz="2183" b="1" dirty="0">
                <a:latin typeface="Verdana" panose="020B0604030504040204" pitchFamily="34" charset="0"/>
                <a:ea typeface="Verdana" panose="020B0604030504040204" pitchFamily="34" charset="0"/>
              </a:rPr>
              <a:t>Random Forest)</a:t>
            </a:r>
            <a:endParaRPr lang="ru-RU" sz="218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112" name="Таблица 111">
            <a:extLst>
              <a:ext uri="{FF2B5EF4-FFF2-40B4-BE49-F238E27FC236}">
                <a16:creationId xmlns:a16="http://schemas.microsoft.com/office/drawing/2014/main" id="{13FE7694-4541-6047-86DD-EC1F9EEA6F35}"/>
              </a:ext>
            </a:extLst>
          </p:cNvPr>
          <p:cNvGraphicFramePr>
            <a:graphicFrameLocks noGrp="1"/>
          </p:cNvGraphicFramePr>
          <p:nvPr/>
        </p:nvGraphicFramePr>
        <p:xfrm>
          <a:off x="427050" y="1244246"/>
          <a:ext cx="3430925" cy="3534899"/>
        </p:xfrm>
        <a:graphic>
          <a:graphicData uri="http://schemas.openxmlformats.org/drawingml/2006/table">
            <a:tbl>
              <a:tblPr/>
              <a:tblGrid>
                <a:gridCol w="686185">
                  <a:extLst>
                    <a:ext uri="{9D8B030D-6E8A-4147-A177-3AD203B41FA5}">
                      <a16:colId xmlns:a16="http://schemas.microsoft.com/office/drawing/2014/main" val="2952566792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946579780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3965077832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1260959363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2375356552"/>
                    </a:ext>
                  </a:extLst>
                </a:gridCol>
              </a:tblGrid>
              <a:tr h="627530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sepal length (cm)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sepal width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petal length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petal width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target names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6219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4.9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11949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4.7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1327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4.6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960693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3.6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888193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6.4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239409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6.9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60312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6794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2.8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4.6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300972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5.8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2.7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096527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7.1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12447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6.3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5.6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1.8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698148"/>
                  </a:ext>
                </a:extLst>
              </a:tr>
              <a:tr h="24755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5.8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266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0793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</a:rPr>
              <a:t>Случайный лес (</a:t>
            </a:r>
            <a:r>
              <a:rPr lang="en-US" sz="2183" b="1" dirty="0">
                <a:latin typeface="Verdana" panose="020B0604030504040204" pitchFamily="34" charset="0"/>
                <a:ea typeface="Verdana" panose="020B0604030504040204" pitchFamily="34" charset="0"/>
              </a:rPr>
              <a:t>Random Forest)</a:t>
            </a:r>
            <a:endParaRPr lang="ru-RU" sz="218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112" name="Таблица 111">
            <a:extLst>
              <a:ext uri="{FF2B5EF4-FFF2-40B4-BE49-F238E27FC236}">
                <a16:creationId xmlns:a16="http://schemas.microsoft.com/office/drawing/2014/main" id="{13FE7694-4541-6047-86DD-EC1F9EEA6F35}"/>
              </a:ext>
            </a:extLst>
          </p:cNvPr>
          <p:cNvGraphicFramePr>
            <a:graphicFrameLocks noGrp="1"/>
          </p:cNvGraphicFramePr>
          <p:nvPr/>
        </p:nvGraphicFramePr>
        <p:xfrm>
          <a:off x="427050" y="1244246"/>
          <a:ext cx="3430925" cy="3534899"/>
        </p:xfrm>
        <a:graphic>
          <a:graphicData uri="http://schemas.openxmlformats.org/drawingml/2006/table">
            <a:tbl>
              <a:tblPr/>
              <a:tblGrid>
                <a:gridCol w="686185">
                  <a:extLst>
                    <a:ext uri="{9D8B030D-6E8A-4147-A177-3AD203B41FA5}">
                      <a16:colId xmlns:a16="http://schemas.microsoft.com/office/drawing/2014/main" val="2952566792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946579780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3965077832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1260959363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2375356552"/>
                    </a:ext>
                  </a:extLst>
                </a:gridCol>
              </a:tblGrid>
              <a:tr h="627530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sepal length (cm)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sepal width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petal length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petal width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target names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6219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4.9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11949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4.7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1327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4.6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960693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3.6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888193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6.4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239409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6.9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60312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6794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2.8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4.6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300972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5.8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2.7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096527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7.1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12447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6.3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5.6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1.8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698148"/>
                  </a:ext>
                </a:extLst>
              </a:tr>
              <a:tr h="24755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5.8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266131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7FA3A1C5-3667-EE46-A503-850E0053DB62}"/>
              </a:ext>
            </a:extLst>
          </p:cNvPr>
          <p:cNvGraphicFramePr>
            <a:graphicFrameLocks noGrp="1"/>
          </p:cNvGraphicFramePr>
          <p:nvPr/>
        </p:nvGraphicFramePr>
        <p:xfrm>
          <a:off x="5646330" y="1244246"/>
          <a:ext cx="2058555" cy="2078336"/>
        </p:xfrm>
        <a:graphic>
          <a:graphicData uri="http://schemas.openxmlformats.org/drawingml/2006/table">
            <a:tbl>
              <a:tblPr/>
              <a:tblGrid>
                <a:gridCol w="686185">
                  <a:extLst>
                    <a:ext uri="{9D8B030D-6E8A-4147-A177-3AD203B41FA5}">
                      <a16:colId xmlns:a16="http://schemas.microsoft.com/office/drawing/2014/main" val="3965077832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1260959363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2375356552"/>
                    </a:ext>
                  </a:extLst>
                </a:gridCol>
              </a:tblGrid>
              <a:tr h="627530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petal length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petal width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target names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6219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11949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1327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239409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60312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096527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12447"/>
                  </a:ext>
                </a:extLst>
              </a:tr>
            </a:tbl>
          </a:graphicData>
        </a:graphic>
      </p:graphicFrame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6D64840B-5A19-4F42-96E8-91E66621FC90}"/>
              </a:ext>
            </a:extLst>
          </p:cNvPr>
          <p:cNvCxnSpPr>
            <a:cxnSpLocks/>
          </p:cNvCxnSpPr>
          <p:nvPr/>
        </p:nvCxnSpPr>
        <p:spPr>
          <a:xfrm>
            <a:off x="3948195" y="1670699"/>
            <a:ext cx="1628823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593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</a:rPr>
              <a:t>Случайный лес (</a:t>
            </a:r>
            <a:r>
              <a:rPr lang="en-US" sz="2183" b="1" dirty="0">
                <a:latin typeface="Verdana" panose="020B0604030504040204" pitchFamily="34" charset="0"/>
                <a:ea typeface="Verdana" panose="020B0604030504040204" pitchFamily="34" charset="0"/>
              </a:rPr>
              <a:t>Random Forest)</a:t>
            </a:r>
            <a:endParaRPr lang="ru-RU" sz="218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112" name="Таблица 111">
            <a:extLst>
              <a:ext uri="{FF2B5EF4-FFF2-40B4-BE49-F238E27FC236}">
                <a16:creationId xmlns:a16="http://schemas.microsoft.com/office/drawing/2014/main" id="{13FE7694-4541-6047-86DD-EC1F9EEA6F35}"/>
              </a:ext>
            </a:extLst>
          </p:cNvPr>
          <p:cNvGraphicFramePr>
            <a:graphicFrameLocks noGrp="1"/>
          </p:cNvGraphicFramePr>
          <p:nvPr/>
        </p:nvGraphicFramePr>
        <p:xfrm>
          <a:off x="427050" y="1244246"/>
          <a:ext cx="3430925" cy="3534899"/>
        </p:xfrm>
        <a:graphic>
          <a:graphicData uri="http://schemas.openxmlformats.org/drawingml/2006/table">
            <a:tbl>
              <a:tblPr/>
              <a:tblGrid>
                <a:gridCol w="686185">
                  <a:extLst>
                    <a:ext uri="{9D8B030D-6E8A-4147-A177-3AD203B41FA5}">
                      <a16:colId xmlns:a16="http://schemas.microsoft.com/office/drawing/2014/main" val="2952566792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946579780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3965077832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1260959363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2375356552"/>
                    </a:ext>
                  </a:extLst>
                </a:gridCol>
              </a:tblGrid>
              <a:tr h="627530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sepal length (cm)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sepal width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petal length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petal width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target names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6219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4.9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11949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4.7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1327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4.6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960693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3.6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888193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6.4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239409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6.9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60312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6794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2.8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4.6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300972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5.8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2.7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096527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7.1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12447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6.3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5.6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1.8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698148"/>
                  </a:ext>
                </a:extLst>
              </a:tr>
              <a:tr h="24755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5.8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266131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7FA3A1C5-3667-EE46-A503-850E0053DB62}"/>
              </a:ext>
            </a:extLst>
          </p:cNvPr>
          <p:cNvGraphicFramePr>
            <a:graphicFrameLocks noGrp="1"/>
          </p:cNvGraphicFramePr>
          <p:nvPr/>
        </p:nvGraphicFramePr>
        <p:xfrm>
          <a:off x="5646330" y="1244246"/>
          <a:ext cx="2058555" cy="2078336"/>
        </p:xfrm>
        <a:graphic>
          <a:graphicData uri="http://schemas.openxmlformats.org/drawingml/2006/table">
            <a:tbl>
              <a:tblPr/>
              <a:tblGrid>
                <a:gridCol w="686185">
                  <a:extLst>
                    <a:ext uri="{9D8B030D-6E8A-4147-A177-3AD203B41FA5}">
                      <a16:colId xmlns:a16="http://schemas.microsoft.com/office/drawing/2014/main" val="3965077832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1260959363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2375356552"/>
                    </a:ext>
                  </a:extLst>
                </a:gridCol>
              </a:tblGrid>
              <a:tr h="627530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petal length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petal width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target names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6219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11949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1327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239409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60312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096527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12447"/>
                  </a:ext>
                </a:extLst>
              </a:tr>
            </a:tbl>
          </a:graphicData>
        </a:graphic>
      </p:graphicFrame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6D64840B-5A19-4F42-96E8-91E66621FC90}"/>
              </a:ext>
            </a:extLst>
          </p:cNvPr>
          <p:cNvCxnSpPr>
            <a:cxnSpLocks/>
          </p:cNvCxnSpPr>
          <p:nvPr/>
        </p:nvCxnSpPr>
        <p:spPr>
          <a:xfrm>
            <a:off x="3948195" y="1670699"/>
            <a:ext cx="1628823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BB941144-5090-ED43-8D7C-FFBEE4F9B778}"/>
              </a:ext>
            </a:extLst>
          </p:cNvPr>
          <p:cNvGrpSpPr/>
          <p:nvPr/>
        </p:nvGrpSpPr>
        <p:grpSpPr>
          <a:xfrm>
            <a:off x="5161149" y="3393370"/>
            <a:ext cx="3222990" cy="1636646"/>
            <a:chOff x="11347450" y="7461224"/>
            <a:chExt cx="7086600" cy="3598601"/>
          </a:xfrm>
        </p:grpSpPr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7C4C9C2-AF77-CB45-B598-B31A86B70D8C}"/>
                </a:ext>
              </a:extLst>
            </p:cNvPr>
            <p:cNvSpPr/>
            <p:nvPr/>
          </p:nvSpPr>
          <p:spPr>
            <a:xfrm>
              <a:off x="11347450" y="7461224"/>
              <a:ext cx="7086600" cy="350519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/>
            <a:lstStyle/>
            <a:p>
              <a:pPr algn="l"/>
              <a:endParaRPr lang="ru-RU" sz="637" dirty="0"/>
            </a:p>
          </p:txBody>
        </p:sp>
        <p:sp>
          <p:nvSpPr>
            <p:cNvPr id="9" name="Скругленный прямоугольник 8">
              <a:extLst>
                <a:ext uri="{FF2B5EF4-FFF2-40B4-BE49-F238E27FC236}">
                  <a16:creationId xmlns:a16="http://schemas.microsoft.com/office/drawing/2014/main" id="{F0F6B025-053A-5C46-BB21-C217E4C51F77}"/>
                </a:ext>
              </a:extLst>
            </p:cNvPr>
            <p:cNvSpPr/>
            <p:nvPr/>
          </p:nvSpPr>
          <p:spPr>
            <a:xfrm>
              <a:off x="14090650" y="7760940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4" name="Скругленный прямоугольник 13">
              <a:extLst>
                <a:ext uri="{FF2B5EF4-FFF2-40B4-BE49-F238E27FC236}">
                  <a16:creationId xmlns:a16="http://schemas.microsoft.com/office/drawing/2014/main" id="{42E96C87-BC8F-6042-BC0D-B519B0836F54}"/>
                </a:ext>
              </a:extLst>
            </p:cNvPr>
            <p:cNvSpPr/>
            <p:nvPr/>
          </p:nvSpPr>
          <p:spPr>
            <a:xfrm>
              <a:off x="12695936" y="8698610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5" name="Скругленный прямоугольник 14">
              <a:extLst>
                <a:ext uri="{FF2B5EF4-FFF2-40B4-BE49-F238E27FC236}">
                  <a16:creationId xmlns:a16="http://schemas.microsoft.com/office/drawing/2014/main" id="{165F9B24-4EBB-5947-9124-0AD2B2FFEBA2}"/>
                </a:ext>
              </a:extLst>
            </p:cNvPr>
            <p:cNvSpPr/>
            <p:nvPr/>
          </p:nvSpPr>
          <p:spPr>
            <a:xfrm>
              <a:off x="15583027" y="8698609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6" name="Скругленный прямоугольник 15">
              <a:extLst>
                <a:ext uri="{FF2B5EF4-FFF2-40B4-BE49-F238E27FC236}">
                  <a16:creationId xmlns:a16="http://schemas.microsoft.com/office/drawing/2014/main" id="{F51EC526-F941-C44C-8E46-76158EC9892D}"/>
                </a:ext>
              </a:extLst>
            </p:cNvPr>
            <p:cNvSpPr/>
            <p:nvPr/>
          </p:nvSpPr>
          <p:spPr>
            <a:xfrm>
              <a:off x="11557000" y="9787666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7" name="Скругленный прямоугольник 16">
              <a:extLst>
                <a:ext uri="{FF2B5EF4-FFF2-40B4-BE49-F238E27FC236}">
                  <a16:creationId xmlns:a16="http://schemas.microsoft.com/office/drawing/2014/main" id="{68718B3F-99F7-584F-9BAA-897BA5EA50F4}"/>
                </a:ext>
              </a:extLst>
            </p:cNvPr>
            <p:cNvSpPr/>
            <p:nvPr/>
          </p:nvSpPr>
          <p:spPr>
            <a:xfrm>
              <a:off x="13585825" y="9787665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cxnSp>
          <p:nvCxnSpPr>
            <p:cNvPr id="20" name="Прямая со стрелкой 19">
              <a:extLst>
                <a:ext uri="{FF2B5EF4-FFF2-40B4-BE49-F238E27FC236}">
                  <a16:creationId xmlns:a16="http://schemas.microsoft.com/office/drawing/2014/main" id="{674BDDA9-A9CE-CD43-B29E-EE9F2E083BCC}"/>
                </a:ext>
              </a:extLst>
            </p:cNvPr>
            <p:cNvCxnSpPr>
              <a:cxnSpLocks/>
              <a:stCxn id="14" idx="0"/>
              <a:endCxn id="9" idx="2"/>
            </p:cNvCxnSpPr>
            <p:nvPr/>
          </p:nvCxnSpPr>
          <p:spPr>
            <a:xfrm flipV="1">
              <a:off x="13400786" y="8276149"/>
              <a:ext cx="1394714" cy="422461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cxnSp>
          <p:nvCxnSpPr>
            <p:cNvPr id="21" name="Прямая со стрелкой 20">
              <a:extLst>
                <a:ext uri="{FF2B5EF4-FFF2-40B4-BE49-F238E27FC236}">
                  <a16:creationId xmlns:a16="http://schemas.microsoft.com/office/drawing/2014/main" id="{37C95037-0DB6-FE40-B5B4-E71E5600379A}"/>
                </a:ext>
              </a:extLst>
            </p:cNvPr>
            <p:cNvCxnSpPr>
              <a:cxnSpLocks/>
              <a:stCxn id="15" idx="0"/>
              <a:endCxn id="9" idx="2"/>
            </p:cNvCxnSpPr>
            <p:nvPr/>
          </p:nvCxnSpPr>
          <p:spPr>
            <a:xfrm flipH="1" flipV="1">
              <a:off x="14795500" y="8276149"/>
              <a:ext cx="1492377" cy="422460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cxnSp>
          <p:nvCxnSpPr>
            <p:cNvPr id="24" name="Прямая со стрелкой 23">
              <a:extLst>
                <a:ext uri="{FF2B5EF4-FFF2-40B4-BE49-F238E27FC236}">
                  <a16:creationId xmlns:a16="http://schemas.microsoft.com/office/drawing/2014/main" id="{8F3FB74B-CD8E-2848-84C0-6E26F9EC2998}"/>
                </a:ext>
              </a:extLst>
            </p:cNvPr>
            <p:cNvCxnSpPr>
              <a:cxnSpLocks/>
              <a:stCxn id="16" idx="0"/>
              <a:endCxn id="14" idx="2"/>
            </p:cNvCxnSpPr>
            <p:nvPr/>
          </p:nvCxnSpPr>
          <p:spPr>
            <a:xfrm flipV="1">
              <a:off x="12261850" y="9213819"/>
              <a:ext cx="1138936" cy="573847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cxnSp>
          <p:nvCxnSpPr>
            <p:cNvPr id="27" name="Прямая со стрелкой 26">
              <a:extLst>
                <a:ext uri="{FF2B5EF4-FFF2-40B4-BE49-F238E27FC236}">
                  <a16:creationId xmlns:a16="http://schemas.microsoft.com/office/drawing/2014/main" id="{AEED2952-1DDF-2B42-8D91-841F6F210F7D}"/>
                </a:ext>
              </a:extLst>
            </p:cNvPr>
            <p:cNvCxnSpPr>
              <a:cxnSpLocks/>
              <a:stCxn id="17" idx="0"/>
              <a:endCxn id="14" idx="2"/>
            </p:cNvCxnSpPr>
            <p:nvPr/>
          </p:nvCxnSpPr>
          <p:spPr>
            <a:xfrm flipH="1" flipV="1">
              <a:off x="13400786" y="9213819"/>
              <a:ext cx="889889" cy="573846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1E82FD7-16AC-B243-9EB9-EFCA048CAE60}"/>
                </a:ext>
              </a:extLst>
            </p:cNvPr>
            <p:cNvSpPr txBox="1"/>
            <p:nvPr/>
          </p:nvSpPr>
          <p:spPr>
            <a:xfrm>
              <a:off x="11347450" y="10302876"/>
              <a:ext cx="7086600" cy="756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37" dirty="0">
                  <a:latin typeface="IBM Plex Mono"/>
                  <a:ea typeface="Verdana" panose="020B0604030504040204" pitchFamily="34" charset="0"/>
                </a:rPr>
                <a:t>Дерево решений 1</a:t>
              </a:r>
              <a:endParaRPr lang="ru-RU" sz="1637" dirty="0"/>
            </a:p>
          </p:txBody>
        </p:sp>
      </p:grpSp>
    </p:spTree>
    <p:extLst>
      <p:ext uri="{BB962C8B-B14F-4D97-AF65-F5344CB8AC3E}">
        <p14:creationId xmlns:p14="http://schemas.microsoft.com/office/powerpoint/2010/main" val="256485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</a:rPr>
              <a:t>Случайный лес (</a:t>
            </a:r>
            <a:r>
              <a:rPr lang="en-US" sz="2183" b="1" dirty="0">
                <a:latin typeface="Verdana" panose="020B0604030504040204" pitchFamily="34" charset="0"/>
                <a:ea typeface="Verdana" panose="020B0604030504040204" pitchFamily="34" charset="0"/>
              </a:rPr>
              <a:t>Random Forest)</a:t>
            </a:r>
            <a:endParaRPr lang="ru-RU" sz="218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112" name="Таблица 111">
            <a:extLst>
              <a:ext uri="{FF2B5EF4-FFF2-40B4-BE49-F238E27FC236}">
                <a16:creationId xmlns:a16="http://schemas.microsoft.com/office/drawing/2014/main" id="{13FE7694-4541-6047-86DD-EC1F9EEA6F35}"/>
              </a:ext>
            </a:extLst>
          </p:cNvPr>
          <p:cNvGraphicFramePr>
            <a:graphicFrameLocks noGrp="1"/>
          </p:cNvGraphicFramePr>
          <p:nvPr/>
        </p:nvGraphicFramePr>
        <p:xfrm>
          <a:off x="427050" y="1244246"/>
          <a:ext cx="3430925" cy="3534899"/>
        </p:xfrm>
        <a:graphic>
          <a:graphicData uri="http://schemas.openxmlformats.org/drawingml/2006/table">
            <a:tbl>
              <a:tblPr/>
              <a:tblGrid>
                <a:gridCol w="686185">
                  <a:extLst>
                    <a:ext uri="{9D8B030D-6E8A-4147-A177-3AD203B41FA5}">
                      <a16:colId xmlns:a16="http://schemas.microsoft.com/office/drawing/2014/main" val="2952566792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946579780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3965077832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1260959363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2375356552"/>
                    </a:ext>
                  </a:extLst>
                </a:gridCol>
              </a:tblGrid>
              <a:tr h="627530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sepal length (cm)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sepal width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petal length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petal width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target names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6219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4.9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11949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4.7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1327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4.6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960693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3.6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888193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6.4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239409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6.9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60312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6794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2.8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4.6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300972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5.8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2.7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096527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7.1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12447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6.3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5.6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1.8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698148"/>
                  </a:ext>
                </a:extLst>
              </a:tr>
              <a:tr h="24755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5.8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266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1746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</a:rPr>
              <a:t>Случайный лес (</a:t>
            </a:r>
            <a:r>
              <a:rPr lang="en-US" sz="2183" b="1" dirty="0">
                <a:latin typeface="Verdana" panose="020B0604030504040204" pitchFamily="34" charset="0"/>
                <a:ea typeface="Verdana" panose="020B0604030504040204" pitchFamily="34" charset="0"/>
              </a:rPr>
              <a:t>Random Forest)</a:t>
            </a:r>
            <a:endParaRPr lang="ru-RU" sz="218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112" name="Таблица 111">
            <a:extLst>
              <a:ext uri="{FF2B5EF4-FFF2-40B4-BE49-F238E27FC236}">
                <a16:creationId xmlns:a16="http://schemas.microsoft.com/office/drawing/2014/main" id="{13FE7694-4541-6047-86DD-EC1F9EEA6F35}"/>
              </a:ext>
            </a:extLst>
          </p:cNvPr>
          <p:cNvGraphicFramePr>
            <a:graphicFrameLocks noGrp="1"/>
          </p:cNvGraphicFramePr>
          <p:nvPr/>
        </p:nvGraphicFramePr>
        <p:xfrm>
          <a:off x="427050" y="1244246"/>
          <a:ext cx="3430925" cy="3534899"/>
        </p:xfrm>
        <a:graphic>
          <a:graphicData uri="http://schemas.openxmlformats.org/drawingml/2006/table">
            <a:tbl>
              <a:tblPr/>
              <a:tblGrid>
                <a:gridCol w="686185">
                  <a:extLst>
                    <a:ext uri="{9D8B030D-6E8A-4147-A177-3AD203B41FA5}">
                      <a16:colId xmlns:a16="http://schemas.microsoft.com/office/drawing/2014/main" val="2952566792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946579780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3965077832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1260959363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2375356552"/>
                    </a:ext>
                  </a:extLst>
                </a:gridCol>
              </a:tblGrid>
              <a:tr h="627530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sepal length (cm)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sepal width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petal length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petal width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target names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6219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4.9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11949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4.7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1327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4.6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960693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3.6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888193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6.4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239409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6.9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60312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6794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2.8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4.6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300972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5.8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2.7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096527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7.1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12447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6.3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5.6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1.8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698148"/>
                  </a:ext>
                </a:extLst>
              </a:tr>
              <a:tr h="24755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5.8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266131"/>
                  </a:ext>
                </a:extLst>
              </a:tr>
            </a:tbl>
          </a:graphicData>
        </a:graphic>
      </p:graphicFrame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6D64840B-5A19-4F42-96E8-91E66621FC90}"/>
              </a:ext>
            </a:extLst>
          </p:cNvPr>
          <p:cNvCxnSpPr>
            <a:cxnSpLocks/>
          </p:cNvCxnSpPr>
          <p:nvPr/>
        </p:nvCxnSpPr>
        <p:spPr>
          <a:xfrm>
            <a:off x="3948195" y="1670699"/>
            <a:ext cx="1628823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Таблица 22">
            <a:extLst>
              <a:ext uri="{FF2B5EF4-FFF2-40B4-BE49-F238E27FC236}">
                <a16:creationId xmlns:a16="http://schemas.microsoft.com/office/drawing/2014/main" id="{56F2261A-E72C-9D44-A893-CDF08EDE5E5E}"/>
              </a:ext>
            </a:extLst>
          </p:cNvPr>
          <p:cNvGraphicFramePr>
            <a:graphicFrameLocks noGrp="1"/>
          </p:cNvGraphicFramePr>
          <p:nvPr/>
        </p:nvGraphicFramePr>
        <p:xfrm>
          <a:off x="5649911" y="1254829"/>
          <a:ext cx="2058555" cy="2084093"/>
        </p:xfrm>
        <a:graphic>
          <a:graphicData uri="http://schemas.openxmlformats.org/drawingml/2006/table">
            <a:tbl>
              <a:tblPr/>
              <a:tblGrid>
                <a:gridCol w="686185">
                  <a:extLst>
                    <a:ext uri="{9D8B030D-6E8A-4147-A177-3AD203B41FA5}">
                      <a16:colId xmlns:a16="http://schemas.microsoft.com/office/drawing/2014/main" val="2952566792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1260959363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2375356552"/>
                    </a:ext>
                  </a:extLst>
                </a:gridCol>
              </a:tblGrid>
              <a:tr h="627530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sepal length (cm)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petal width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target names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6219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4.6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960693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888193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6794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300972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5.8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096527"/>
                  </a:ext>
                </a:extLst>
              </a:tr>
              <a:tr h="24755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266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475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</a:rPr>
              <a:t>Случайный лес (</a:t>
            </a:r>
            <a:r>
              <a:rPr lang="en-US" sz="2183" b="1" dirty="0">
                <a:latin typeface="Verdana" panose="020B0604030504040204" pitchFamily="34" charset="0"/>
                <a:ea typeface="Verdana" panose="020B0604030504040204" pitchFamily="34" charset="0"/>
              </a:rPr>
              <a:t>Random Forest)</a:t>
            </a:r>
            <a:endParaRPr lang="ru-RU" sz="218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112" name="Таблица 111">
            <a:extLst>
              <a:ext uri="{FF2B5EF4-FFF2-40B4-BE49-F238E27FC236}">
                <a16:creationId xmlns:a16="http://schemas.microsoft.com/office/drawing/2014/main" id="{13FE7694-4541-6047-86DD-EC1F9EEA6F35}"/>
              </a:ext>
            </a:extLst>
          </p:cNvPr>
          <p:cNvGraphicFramePr>
            <a:graphicFrameLocks noGrp="1"/>
          </p:cNvGraphicFramePr>
          <p:nvPr/>
        </p:nvGraphicFramePr>
        <p:xfrm>
          <a:off x="427050" y="1244246"/>
          <a:ext cx="3430925" cy="3534899"/>
        </p:xfrm>
        <a:graphic>
          <a:graphicData uri="http://schemas.openxmlformats.org/drawingml/2006/table">
            <a:tbl>
              <a:tblPr/>
              <a:tblGrid>
                <a:gridCol w="686185">
                  <a:extLst>
                    <a:ext uri="{9D8B030D-6E8A-4147-A177-3AD203B41FA5}">
                      <a16:colId xmlns:a16="http://schemas.microsoft.com/office/drawing/2014/main" val="2952566792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946579780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3965077832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1260959363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2375356552"/>
                    </a:ext>
                  </a:extLst>
                </a:gridCol>
              </a:tblGrid>
              <a:tr h="627530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sepal length (cm)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sepal width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petal length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petal width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target names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6219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4.9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11949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4.7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1327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4.6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960693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3.6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888193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6.4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239409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6.9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60312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6794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2.8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4.6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300972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5.8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2.7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096527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7.1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12447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6.3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5.6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1.8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698148"/>
                  </a:ext>
                </a:extLst>
              </a:tr>
              <a:tr h="24755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5.8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266131"/>
                  </a:ext>
                </a:extLst>
              </a:tr>
            </a:tbl>
          </a:graphicData>
        </a:graphic>
      </p:graphicFrame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6D64840B-5A19-4F42-96E8-91E66621FC90}"/>
              </a:ext>
            </a:extLst>
          </p:cNvPr>
          <p:cNvCxnSpPr>
            <a:cxnSpLocks/>
          </p:cNvCxnSpPr>
          <p:nvPr/>
        </p:nvCxnSpPr>
        <p:spPr>
          <a:xfrm>
            <a:off x="3948195" y="1670699"/>
            <a:ext cx="1628823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Таблица 22">
            <a:extLst>
              <a:ext uri="{FF2B5EF4-FFF2-40B4-BE49-F238E27FC236}">
                <a16:creationId xmlns:a16="http://schemas.microsoft.com/office/drawing/2014/main" id="{56F2261A-E72C-9D44-A893-CDF08EDE5E5E}"/>
              </a:ext>
            </a:extLst>
          </p:cNvPr>
          <p:cNvGraphicFramePr>
            <a:graphicFrameLocks noGrp="1"/>
          </p:cNvGraphicFramePr>
          <p:nvPr/>
        </p:nvGraphicFramePr>
        <p:xfrm>
          <a:off x="5649911" y="1254829"/>
          <a:ext cx="2058555" cy="2084093"/>
        </p:xfrm>
        <a:graphic>
          <a:graphicData uri="http://schemas.openxmlformats.org/drawingml/2006/table">
            <a:tbl>
              <a:tblPr/>
              <a:tblGrid>
                <a:gridCol w="686185">
                  <a:extLst>
                    <a:ext uri="{9D8B030D-6E8A-4147-A177-3AD203B41FA5}">
                      <a16:colId xmlns:a16="http://schemas.microsoft.com/office/drawing/2014/main" val="2952566792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1260959363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2375356552"/>
                    </a:ext>
                  </a:extLst>
                </a:gridCol>
              </a:tblGrid>
              <a:tr h="627530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sepal length (cm)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petal width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target names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6219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4.6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960693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888193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6794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300972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5.8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096527"/>
                  </a:ext>
                </a:extLst>
              </a:tr>
              <a:tr h="24755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266131"/>
                  </a:ext>
                </a:extLst>
              </a:tr>
            </a:tbl>
          </a:graphicData>
        </a:graphic>
      </p:graphicFrame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A036B5D3-C96E-EF4E-8487-4D1B6E539F0B}"/>
              </a:ext>
            </a:extLst>
          </p:cNvPr>
          <p:cNvGrpSpPr/>
          <p:nvPr/>
        </p:nvGrpSpPr>
        <p:grpSpPr>
          <a:xfrm>
            <a:off x="5161149" y="3393370"/>
            <a:ext cx="3222990" cy="1636646"/>
            <a:chOff x="11347450" y="7461224"/>
            <a:chExt cx="7086600" cy="3598601"/>
          </a:xfrm>
        </p:grpSpPr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7C4C9C2-AF77-CB45-B598-B31A86B70D8C}"/>
                </a:ext>
              </a:extLst>
            </p:cNvPr>
            <p:cNvSpPr/>
            <p:nvPr/>
          </p:nvSpPr>
          <p:spPr>
            <a:xfrm>
              <a:off x="11347450" y="7461224"/>
              <a:ext cx="7086600" cy="350519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/>
            <a:lstStyle/>
            <a:p>
              <a:pPr algn="l"/>
              <a:endParaRPr lang="ru-RU" sz="637" dirty="0"/>
            </a:p>
          </p:txBody>
        </p:sp>
        <p:sp>
          <p:nvSpPr>
            <p:cNvPr id="9" name="Скругленный прямоугольник 8">
              <a:extLst>
                <a:ext uri="{FF2B5EF4-FFF2-40B4-BE49-F238E27FC236}">
                  <a16:creationId xmlns:a16="http://schemas.microsoft.com/office/drawing/2014/main" id="{F0F6B025-053A-5C46-BB21-C217E4C51F77}"/>
                </a:ext>
              </a:extLst>
            </p:cNvPr>
            <p:cNvSpPr/>
            <p:nvPr/>
          </p:nvSpPr>
          <p:spPr>
            <a:xfrm>
              <a:off x="14090650" y="7760940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4" name="Скругленный прямоугольник 13">
              <a:extLst>
                <a:ext uri="{FF2B5EF4-FFF2-40B4-BE49-F238E27FC236}">
                  <a16:creationId xmlns:a16="http://schemas.microsoft.com/office/drawing/2014/main" id="{42E96C87-BC8F-6042-BC0D-B519B0836F54}"/>
                </a:ext>
              </a:extLst>
            </p:cNvPr>
            <p:cNvSpPr/>
            <p:nvPr/>
          </p:nvSpPr>
          <p:spPr>
            <a:xfrm>
              <a:off x="12695936" y="8698610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5" name="Скругленный прямоугольник 14">
              <a:extLst>
                <a:ext uri="{FF2B5EF4-FFF2-40B4-BE49-F238E27FC236}">
                  <a16:creationId xmlns:a16="http://schemas.microsoft.com/office/drawing/2014/main" id="{165F9B24-4EBB-5947-9124-0AD2B2FFEBA2}"/>
                </a:ext>
              </a:extLst>
            </p:cNvPr>
            <p:cNvSpPr/>
            <p:nvPr/>
          </p:nvSpPr>
          <p:spPr>
            <a:xfrm>
              <a:off x="15583027" y="8698609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6" name="Скругленный прямоугольник 15">
              <a:extLst>
                <a:ext uri="{FF2B5EF4-FFF2-40B4-BE49-F238E27FC236}">
                  <a16:creationId xmlns:a16="http://schemas.microsoft.com/office/drawing/2014/main" id="{F51EC526-F941-C44C-8E46-76158EC9892D}"/>
                </a:ext>
              </a:extLst>
            </p:cNvPr>
            <p:cNvSpPr/>
            <p:nvPr/>
          </p:nvSpPr>
          <p:spPr>
            <a:xfrm>
              <a:off x="11557000" y="9787666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7" name="Скругленный прямоугольник 16">
              <a:extLst>
                <a:ext uri="{FF2B5EF4-FFF2-40B4-BE49-F238E27FC236}">
                  <a16:creationId xmlns:a16="http://schemas.microsoft.com/office/drawing/2014/main" id="{68718B3F-99F7-584F-9BAA-897BA5EA50F4}"/>
                </a:ext>
              </a:extLst>
            </p:cNvPr>
            <p:cNvSpPr/>
            <p:nvPr/>
          </p:nvSpPr>
          <p:spPr>
            <a:xfrm>
              <a:off x="14852650" y="9787665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9" name="Скругленный прямоугольник 18">
              <a:extLst>
                <a:ext uri="{FF2B5EF4-FFF2-40B4-BE49-F238E27FC236}">
                  <a16:creationId xmlns:a16="http://schemas.microsoft.com/office/drawing/2014/main" id="{D1396B2F-FAD3-D945-AF51-912EE2695E91}"/>
                </a:ext>
              </a:extLst>
            </p:cNvPr>
            <p:cNvSpPr/>
            <p:nvPr/>
          </p:nvSpPr>
          <p:spPr>
            <a:xfrm>
              <a:off x="16376650" y="9787664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cxnSp>
          <p:nvCxnSpPr>
            <p:cNvPr id="20" name="Прямая со стрелкой 19">
              <a:extLst>
                <a:ext uri="{FF2B5EF4-FFF2-40B4-BE49-F238E27FC236}">
                  <a16:creationId xmlns:a16="http://schemas.microsoft.com/office/drawing/2014/main" id="{674BDDA9-A9CE-CD43-B29E-EE9F2E083BCC}"/>
                </a:ext>
              </a:extLst>
            </p:cNvPr>
            <p:cNvCxnSpPr>
              <a:cxnSpLocks/>
              <a:stCxn id="14" idx="0"/>
              <a:endCxn id="9" idx="2"/>
            </p:cNvCxnSpPr>
            <p:nvPr/>
          </p:nvCxnSpPr>
          <p:spPr>
            <a:xfrm flipV="1">
              <a:off x="13400786" y="8276149"/>
              <a:ext cx="1394714" cy="422461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cxnSp>
          <p:nvCxnSpPr>
            <p:cNvPr id="21" name="Прямая со стрелкой 20">
              <a:extLst>
                <a:ext uri="{FF2B5EF4-FFF2-40B4-BE49-F238E27FC236}">
                  <a16:creationId xmlns:a16="http://schemas.microsoft.com/office/drawing/2014/main" id="{37C95037-0DB6-FE40-B5B4-E71E5600379A}"/>
                </a:ext>
              </a:extLst>
            </p:cNvPr>
            <p:cNvCxnSpPr>
              <a:cxnSpLocks/>
              <a:stCxn id="15" idx="0"/>
              <a:endCxn id="9" idx="2"/>
            </p:cNvCxnSpPr>
            <p:nvPr/>
          </p:nvCxnSpPr>
          <p:spPr>
            <a:xfrm flipH="1" flipV="1">
              <a:off x="14795500" y="8276149"/>
              <a:ext cx="1492377" cy="422460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cxnSp>
          <p:nvCxnSpPr>
            <p:cNvPr id="24" name="Прямая со стрелкой 23">
              <a:extLst>
                <a:ext uri="{FF2B5EF4-FFF2-40B4-BE49-F238E27FC236}">
                  <a16:creationId xmlns:a16="http://schemas.microsoft.com/office/drawing/2014/main" id="{8F3FB74B-CD8E-2848-84C0-6E26F9EC2998}"/>
                </a:ext>
              </a:extLst>
            </p:cNvPr>
            <p:cNvCxnSpPr>
              <a:cxnSpLocks/>
              <a:stCxn id="16" idx="0"/>
              <a:endCxn id="14" idx="2"/>
            </p:cNvCxnSpPr>
            <p:nvPr/>
          </p:nvCxnSpPr>
          <p:spPr>
            <a:xfrm flipV="1">
              <a:off x="12261850" y="9213819"/>
              <a:ext cx="1138936" cy="573847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cxnSp>
          <p:nvCxnSpPr>
            <p:cNvPr id="27" name="Прямая со стрелкой 26">
              <a:extLst>
                <a:ext uri="{FF2B5EF4-FFF2-40B4-BE49-F238E27FC236}">
                  <a16:creationId xmlns:a16="http://schemas.microsoft.com/office/drawing/2014/main" id="{AEED2952-1DDF-2B42-8D91-841F6F210F7D}"/>
                </a:ext>
              </a:extLst>
            </p:cNvPr>
            <p:cNvCxnSpPr>
              <a:cxnSpLocks/>
              <a:stCxn id="25" idx="0"/>
            </p:cNvCxnSpPr>
            <p:nvPr/>
          </p:nvCxnSpPr>
          <p:spPr>
            <a:xfrm flipH="1" flipV="1">
              <a:off x="13400786" y="9230346"/>
              <a:ext cx="512191" cy="540793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cxnSp>
          <p:nvCxnSpPr>
            <p:cNvPr id="31" name="Прямая со стрелкой 30">
              <a:extLst>
                <a:ext uri="{FF2B5EF4-FFF2-40B4-BE49-F238E27FC236}">
                  <a16:creationId xmlns:a16="http://schemas.microsoft.com/office/drawing/2014/main" id="{C7923AC5-4C02-1A43-B753-A4A45BB42E93}"/>
                </a:ext>
              </a:extLst>
            </p:cNvPr>
            <p:cNvCxnSpPr>
              <a:cxnSpLocks/>
              <a:stCxn id="19" idx="0"/>
              <a:endCxn id="15" idx="2"/>
            </p:cNvCxnSpPr>
            <p:nvPr/>
          </p:nvCxnSpPr>
          <p:spPr>
            <a:xfrm flipH="1" flipV="1">
              <a:off x="16287877" y="9213818"/>
              <a:ext cx="793623" cy="573846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1E82FD7-16AC-B243-9EB9-EFCA048CAE60}"/>
                </a:ext>
              </a:extLst>
            </p:cNvPr>
            <p:cNvSpPr txBox="1"/>
            <p:nvPr/>
          </p:nvSpPr>
          <p:spPr>
            <a:xfrm>
              <a:off x="11347450" y="10302876"/>
              <a:ext cx="7086600" cy="756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37" dirty="0">
                  <a:latin typeface="IBM Plex Mono"/>
                  <a:ea typeface="Verdana" panose="020B0604030504040204" pitchFamily="34" charset="0"/>
                </a:rPr>
                <a:t>Дерево решений 2</a:t>
              </a:r>
              <a:endParaRPr lang="ru-RU" sz="1637" dirty="0"/>
            </a:p>
          </p:txBody>
        </p:sp>
        <p:sp>
          <p:nvSpPr>
            <p:cNvPr id="25" name="Скругленный прямоугольник 24">
              <a:extLst>
                <a:ext uri="{FF2B5EF4-FFF2-40B4-BE49-F238E27FC236}">
                  <a16:creationId xmlns:a16="http://schemas.microsoft.com/office/drawing/2014/main" id="{CD2FF4FA-581C-7C49-8840-A4F77360360B}"/>
                </a:ext>
              </a:extLst>
            </p:cNvPr>
            <p:cNvSpPr/>
            <p:nvPr/>
          </p:nvSpPr>
          <p:spPr>
            <a:xfrm>
              <a:off x="13208127" y="9771139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cxnSp>
          <p:nvCxnSpPr>
            <p:cNvPr id="28" name="Прямая со стрелкой 27">
              <a:extLst>
                <a:ext uri="{FF2B5EF4-FFF2-40B4-BE49-F238E27FC236}">
                  <a16:creationId xmlns:a16="http://schemas.microsoft.com/office/drawing/2014/main" id="{AA89FB73-601A-1043-9DB3-90B5EE2B34A9}"/>
                </a:ext>
              </a:extLst>
            </p:cNvPr>
            <p:cNvCxnSpPr>
              <a:cxnSpLocks/>
              <a:stCxn id="17" idx="0"/>
              <a:endCxn id="15" idx="2"/>
            </p:cNvCxnSpPr>
            <p:nvPr/>
          </p:nvCxnSpPr>
          <p:spPr>
            <a:xfrm flipV="1">
              <a:off x="15557500" y="9213818"/>
              <a:ext cx="730377" cy="573847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</p:grpSp>
    </p:spTree>
    <p:extLst>
      <p:ext uri="{BB962C8B-B14F-4D97-AF65-F5344CB8AC3E}">
        <p14:creationId xmlns:p14="http://schemas.microsoft.com/office/powerpoint/2010/main" val="1012819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</a:rPr>
              <a:t>Случайный лес (</a:t>
            </a:r>
            <a:r>
              <a:rPr lang="en-US" sz="2183" b="1" dirty="0">
                <a:latin typeface="Verdana" panose="020B0604030504040204" pitchFamily="34" charset="0"/>
                <a:ea typeface="Verdana" panose="020B0604030504040204" pitchFamily="34" charset="0"/>
              </a:rPr>
              <a:t>Random Forest)</a:t>
            </a:r>
            <a:endParaRPr lang="ru-RU" sz="218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6EE625B-2EDB-5042-AEA3-6E1C948C53E7}"/>
              </a:ext>
            </a:extLst>
          </p:cNvPr>
          <p:cNvSpPr/>
          <p:nvPr/>
        </p:nvSpPr>
        <p:spPr>
          <a:xfrm>
            <a:off x="743111" y="1059056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sp>
        <p:nvSpPr>
          <p:cNvPr id="111" name="Закрывающая фигурная скобка 110">
            <a:extLst>
              <a:ext uri="{FF2B5EF4-FFF2-40B4-BE49-F238E27FC236}">
                <a16:creationId xmlns:a16="http://schemas.microsoft.com/office/drawing/2014/main" id="{A197879C-3383-C74C-BF10-4F84749BE8A6}"/>
              </a:ext>
            </a:extLst>
          </p:cNvPr>
          <p:cNvSpPr/>
          <p:nvPr/>
        </p:nvSpPr>
        <p:spPr>
          <a:xfrm>
            <a:off x="7701665" y="1199852"/>
            <a:ext cx="301260" cy="3480218"/>
          </a:xfrm>
          <a:prstGeom prst="rightBrace">
            <a:avLst>
              <a:gd name="adj1" fmla="val 75517"/>
              <a:gd name="adj2" fmla="val 50000"/>
            </a:avLst>
          </a:prstGeom>
          <a:ln w="47625">
            <a:solidFill>
              <a:srgbClr val="0071C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637" dirty="0"/>
          </a:p>
        </p:txBody>
      </p:sp>
      <p:grpSp>
        <p:nvGrpSpPr>
          <p:cNvPr id="113" name="Группа 112">
            <a:extLst>
              <a:ext uri="{FF2B5EF4-FFF2-40B4-BE49-F238E27FC236}">
                <a16:creationId xmlns:a16="http://schemas.microsoft.com/office/drawing/2014/main" id="{60C3CD12-BFE2-E445-A614-EABF0527CAD6}"/>
              </a:ext>
            </a:extLst>
          </p:cNvPr>
          <p:cNvGrpSpPr/>
          <p:nvPr/>
        </p:nvGrpSpPr>
        <p:grpSpPr>
          <a:xfrm>
            <a:off x="1245042" y="1199852"/>
            <a:ext cx="3222990" cy="1636646"/>
            <a:chOff x="11347450" y="7461224"/>
            <a:chExt cx="7086600" cy="3598601"/>
          </a:xfrm>
        </p:grpSpPr>
        <p:sp>
          <p:nvSpPr>
            <p:cNvPr id="114" name="Прямоугольник 113">
              <a:extLst>
                <a:ext uri="{FF2B5EF4-FFF2-40B4-BE49-F238E27FC236}">
                  <a16:creationId xmlns:a16="http://schemas.microsoft.com/office/drawing/2014/main" id="{4028B77F-FD1C-504C-8D8F-8E116034DC13}"/>
                </a:ext>
              </a:extLst>
            </p:cNvPr>
            <p:cNvSpPr/>
            <p:nvPr/>
          </p:nvSpPr>
          <p:spPr>
            <a:xfrm>
              <a:off x="11347450" y="7461224"/>
              <a:ext cx="7086600" cy="350519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/>
            <a:lstStyle/>
            <a:p>
              <a:pPr algn="l"/>
              <a:endParaRPr lang="ru-RU" sz="637" dirty="0"/>
            </a:p>
          </p:txBody>
        </p:sp>
        <p:sp>
          <p:nvSpPr>
            <p:cNvPr id="115" name="Скругленный прямоугольник 114">
              <a:extLst>
                <a:ext uri="{FF2B5EF4-FFF2-40B4-BE49-F238E27FC236}">
                  <a16:creationId xmlns:a16="http://schemas.microsoft.com/office/drawing/2014/main" id="{0B907BA5-57B5-3C46-9B30-2986600E6D7F}"/>
                </a:ext>
              </a:extLst>
            </p:cNvPr>
            <p:cNvSpPr/>
            <p:nvPr/>
          </p:nvSpPr>
          <p:spPr>
            <a:xfrm>
              <a:off x="14090650" y="7760940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16" name="Скругленный прямоугольник 115">
              <a:extLst>
                <a:ext uri="{FF2B5EF4-FFF2-40B4-BE49-F238E27FC236}">
                  <a16:creationId xmlns:a16="http://schemas.microsoft.com/office/drawing/2014/main" id="{0F566ED7-2D08-8D44-8D00-4DEFC7F8286E}"/>
                </a:ext>
              </a:extLst>
            </p:cNvPr>
            <p:cNvSpPr/>
            <p:nvPr/>
          </p:nvSpPr>
          <p:spPr>
            <a:xfrm>
              <a:off x="12695936" y="8698610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17" name="Скругленный прямоугольник 116">
              <a:extLst>
                <a:ext uri="{FF2B5EF4-FFF2-40B4-BE49-F238E27FC236}">
                  <a16:creationId xmlns:a16="http://schemas.microsoft.com/office/drawing/2014/main" id="{6D068CC4-BEA3-864D-A222-7BBB4078C61D}"/>
                </a:ext>
              </a:extLst>
            </p:cNvPr>
            <p:cNvSpPr/>
            <p:nvPr/>
          </p:nvSpPr>
          <p:spPr>
            <a:xfrm>
              <a:off x="15583027" y="8698609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18" name="Скругленный прямоугольник 117">
              <a:extLst>
                <a:ext uri="{FF2B5EF4-FFF2-40B4-BE49-F238E27FC236}">
                  <a16:creationId xmlns:a16="http://schemas.microsoft.com/office/drawing/2014/main" id="{C74D608E-FD8F-B74D-A932-39E10C110A8C}"/>
                </a:ext>
              </a:extLst>
            </p:cNvPr>
            <p:cNvSpPr/>
            <p:nvPr/>
          </p:nvSpPr>
          <p:spPr>
            <a:xfrm>
              <a:off x="11557000" y="9787666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19" name="Скругленный прямоугольник 118">
              <a:extLst>
                <a:ext uri="{FF2B5EF4-FFF2-40B4-BE49-F238E27FC236}">
                  <a16:creationId xmlns:a16="http://schemas.microsoft.com/office/drawing/2014/main" id="{0FAA0C76-1B88-8142-A17B-81FB89770726}"/>
                </a:ext>
              </a:extLst>
            </p:cNvPr>
            <p:cNvSpPr/>
            <p:nvPr/>
          </p:nvSpPr>
          <p:spPr>
            <a:xfrm>
              <a:off x="13585825" y="9787665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cxnSp>
          <p:nvCxnSpPr>
            <p:cNvPr id="120" name="Прямая со стрелкой 119">
              <a:extLst>
                <a:ext uri="{FF2B5EF4-FFF2-40B4-BE49-F238E27FC236}">
                  <a16:creationId xmlns:a16="http://schemas.microsoft.com/office/drawing/2014/main" id="{D0AE1807-ECF6-C84D-8613-1D063BF2A30B}"/>
                </a:ext>
              </a:extLst>
            </p:cNvPr>
            <p:cNvCxnSpPr>
              <a:cxnSpLocks/>
              <a:stCxn id="116" idx="0"/>
              <a:endCxn id="115" idx="2"/>
            </p:cNvCxnSpPr>
            <p:nvPr/>
          </p:nvCxnSpPr>
          <p:spPr>
            <a:xfrm flipV="1">
              <a:off x="13400786" y="8276149"/>
              <a:ext cx="1394714" cy="422461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cxnSp>
          <p:nvCxnSpPr>
            <p:cNvPr id="121" name="Прямая со стрелкой 120">
              <a:extLst>
                <a:ext uri="{FF2B5EF4-FFF2-40B4-BE49-F238E27FC236}">
                  <a16:creationId xmlns:a16="http://schemas.microsoft.com/office/drawing/2014/main" id="{01203783-8F73-DF4D-86DE-7F92245904C4}"/>
                </a:ext>
              </a:extLst>
            </p:cNvPr>
            <p:cNvCxnSpPr>
              <a:cxnSpLocks/>
              <a:stCxn id="117" idx="0"/>
              <a:endCxn id="115" idx="2"/>
            </p:cNvCxnSpPr>
            <p:nvPr/>
          </p:nvCxnSpPr>
          <p:spPr>
            <a:xfrm flipH="1" flipV="1">
              <a:off x="14795500" y="8276149"/>
              <a:ext cx="1492377" cy="422460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cxnSp>
          <p:nvCxnSpPr>
            <p:cNvPr id="122" name="Прямая со стрелкой 121">
              <a:extLst>
                <a:ext uri="{FF2B5EF4-FFF2-40B4-BE49-F238E27FC236}">
                  <a16:creationId xmlns:a16="http://schemas.microsoft.com/office/drawing/2014/main" id="{94CD0AD3-FCCB-0343-8534-C062499AB37F}"/>
                </a:ext>
              </a:extLst>
            </p:cNvPr>
            <p:cNvCxnSpPr>
              <a:cxnSpLocks/>
              <a:stCxn id="118" idx="0"/>
              <a:endCxn id="116" idx="2"/>
            </p:cNvCxnSpPr>
            <p:nvPr/>
          </p:nvCxnSpPr>
          <p:spPr>
            <a:xfrm flipV="1">
              <a:off x="12261850" y="9213819"/>
              <a:ext cx="1138936" cy="573847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cxnSp>
          <p:nvCxnSpPr>
            <p:cNvPr id="123" name="Прямая со стрелкой 122">
              <a:extLst>
                <a:ext uri="{FF2B5EF4-FFF2-40B4-BE49-F238E27FC236}">
                  <a16:creationId xmlns:a16="http://schemas.microsoft.com/office/drawing/2014/main" id="{35BB18F3-69EB-AF43-A543-9676A115FDAE}"/>
                </a:ext>
              </a:extLst>
            </p:cNvPr>
            <p:cNvCxnSpPr>
              <a:cxnSpLocks/>
              <a:stCxn id="119" idx="0"/>
              <a:endCxn id="116" idx="2"/>
            </p:cNvCxnSpPr>
            <p:nvPr/>
          </p:nvCxnSpPr>
          <p:spPr>
            <a:xfrm flipH="1" flipV="1">
              <a:off x="13400786" y="9213819"/>
              <a:ext cx="889889" cy="573846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D40D145-027E-CB40-B37F-796976B2475A}"/>
                </a:ext>
              </a:extLst>
            </p:cNvPr>
            <p:cNvSpPr txBox="1"/>
            <p:nvPr/>
          </p:nvSpPr>
          <p:spPr>
            <a:xfrm>
              <a:off x="11347450" y="10302876"/>
              <a:ext cx="7086600" cy="756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37" dirty="0">
                  <a:latin typeface="IBM Plex Mono"/>
                  <a:ea typeface="Verdana" panose="020B0604030504040204" pitchFamily="34" charset="0"/>
                </a:rPr>
                <a:t>Дерево решений 1</a:t>
              </a:r>
              <a:endParaRPr lang="ru-RU" sz="1637" dirty="0"/>
            </a:p>
          </p:txBody>
        </p:sp>
      </p:grpSp>
      <p:grpSp>
        <p:nvGrpSpPr>
          <p:cNvPr id="125" name="Группа 124">
            <a:extLst>
              <a:ext uri="{FF2B5EF4-FFF2-40B4-BE49-F238E27FC236}">
                <a16:creationId xmlns:a16="http://schemas.microsoft.com/office/drawing/2014/main" id="{FF126394-0B55-0348-88CE-7DBA0FC7D9C3}"/>
              </a:ext>
            </a:extLst>
          </p:cNvPr>
          <p:cNvGrpSpPr/>
          <p:nvPr/>
        </p:nvGrpSpPr>
        <p:grpSpPr>
          <a:xfrm>
            <a:off x="1201723" y="3035523"/>
            <a:ext cx="3222990" cy="1636646"/>
            <a:chOff x="11347450" y="7461224"/>
            <a:chExt cx="7086600" cy="3598601"/>
          </a:xfrm>
        </p:grpSpPr>
        <p:sp>
          <p:nvSpPr>
            <p:cNvPr id="126" name="Прямоугольник 125">
              <a:extLst>
                <a:ext uri="{FF2B5EF4-FFF2-40B4-BE49-F238E27FC236}">
                  <a16:creationId xmlns:a16="http://schemas.microsoft.com/office/drawing/2014/main" id="{74BC97EC-3F34-A946-A4C1-9BD9F8038BF2}"/>
                </a:ext>
              </a:extLst>
            </p:cNvPr>
            <p:cNvSpPr/>
            <p:nvPr/>
          </p:nvSpPr>
          <p:spPr>
            <a:xfrm>
              <a:off x="11347450" y="7461224"/>
              <a:ext cx="7086600" cy="350519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/>
            <a:lstStyle/>
            <a:p>
              <a:pPr algn="l"/>
              <a:endParaRPr lang="ru-RU" sz="637" dirty="0"/>
            </a:p>
          </p:txBody>
        </p:sp>
        <p:sp>
          <p:nvSpPr>
            <p:cNvPr id="127" name="Скругленный прямоугольник 126">
              <a:extLst>
                <a:ext uri="{FF2B5EF4-FFF2-40B4-BE49-F238E27FC236}">
                  <a16:creationId xmlns:a16="http://schemas.microsoft.com/office/drawing/2014/main" id="{BCC158E1-377C-2745-9F62-FC3F2144835A}"/>
                </a:ext>
              </a:extLst>
            </p:cNvPr>
            <p:cNvSpPr/>
            <p:nvPr/>
          </p:nvSpPr>
          <p:spPr>
            <a:xfrm>
              <a:off x="14090650" y="7760940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28" name="Скругленный прямоугольник 127">
              <a:extLst>
                <a:ext uri="{FF2B5EF4-FFF2-40B4-BE49-F238E27FC236}">
                  <a16:creationId xmlns:a16="http://schemas.microsoft.com/office/drawing/2014/main" id="{1FCC7A66-37D1-0248-91B7-2985B19FAD08}"/>
                </a:ext>
              </a:extLst>
            </p:cNvPr>
            <p:cNvSpPr/>
            <p:nvPr/>
          </p:nvSpPr>
          <p:spPr>
            <a:xfrm>
              <a:off x="12695936" y="8698610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29" name="Скругленный прямоугольник 128">
              <a:extLst>
                <a:ext uri="{FF2B5EF4-FFF2-40B4-BE49-F238E27FC236}">
                  <a16:creationId xmlns:a16="http://schemas.microsoft.com/office/drawing/2014/main" id="{B9D0748A-8F0F-A149-822F-6738A52AD765}"/>
                </a:ext>
              </a:extLst>
            </p:cNvPr>
            <p:cNvSpPr/>
            <p:nvPr/>
          </p:nvSpPr>
          <p:spPr>
            <a:xfrm>
              <a:off x="15583027" y="8698609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30" name="Скругленный прямоугольник 129">
              <a:extLst>
                <a:ext uri="{FF2B5EF4-FFF2-40B4-BE49-F238E27FC236}">
                  <a16:creationId xmlns:a16="http://schemas.microsoft.com/office/drawing/2014/main" id="{951FEC03-6EF2-C942-AB96-B1E467D2C0E8}"/>
                </a:ext>
              </a:extLst>
            </p:cNvPr>
            <p:cNvSpPr/>
            <p:nvPr/>
          </p:nvSpPr>
          <p:spPr>
            <a:xfrm>
              <a:off x="11557000" y="9787666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31" name="Скругленный прямоугольник 130">
              <a:extLst>
                <a:ext uri="{FF2B5EF4-FFF2-40B4-BE49-F238E27FC236}">
                  <a16:creationId xmlns:a16="http://schemas.microsoft.com/office/drawing/2014/main" id="{4A91BEE6-F7C6-0940-A063-AAECA19FD883}"/>
                </a:ext>
              </a:extLst>
            </p:cNvPr>
            <p:cNvSpPr/>
            <p:nvPr/>
          </p:nvSpPr>
          <p:spPr>
            <a:xfrm>
              <a:off x="14852650" y="9787665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32" name="Скругленный прямоугольник 131">
              <a:extLst>
                <a:ext uri="{FF2B5EF4-FFF2-40B4-BE49-F238E27FC236}">
                  <a16:creationId xmlns:a16="http://schemas.microsoft.com/office/drawing/2014/main" id="{E82856FA-AE9C-2A4E-B2A5-8FACBC2B4ED2}"/>
                </a:ext>
              </a:extLst>
            </p:cNvPr>
            <p:cNvSpPr/>
            <p:nvPr/>
          </p:nvSpPr>
          <p:spPr>
            <a:xfrm>
              <a:off x="16376650" y="9787664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cxnSp>
          <p:nvCxnSpPr>
            <p:cNvPr id="133" name="Прямая со стрелкой 132">
              <a:extLst>
                <a:ext uri="{FF2B5EF4-FFF2-40B4-BE49-F238E27FC236}">
                  <a16:creationId xmlns:a16="http://schemas.microsoft.com/office/drawing/2014/main" id="{0909C080-FD3B-5C42-AA21-80A981B97144}"/>
                </a:ext>
              </a:extLst>
            </p:cNvPr>
            <p:cNvCxnSpPr>
              <a:cxnSpLocks/>
              <a:stCxn id="128" idx="0"/>
              <a:endCxn id="127" idx="2"/>
            </p:cNvCxnSpPr>
            <p:nvPr/>
          </p:nvCxnSpPr>
          <p:spPr>
            <a:xfrm flipV="1">
              <a:off x="13400786" y="8276149"/>
              <a:ext cx="1394714" cy="422461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cxnSp>
          <p:nvCxnSpPr>
            <p:cNvPr id="134" name="Прямая со стрелкой 133">
              <a:extLst>
                <a:ext uri="{FF2B5EF4-FFF2-40B4-BE49-F238E27FC236}">
                  <a16:creationId xmlns:a16="http://schemas.microsoft.com/office/drawing/2014/main" id="{D0CD6FE9-4D9C-F640-9E1C-7A147DDCF6AA}"/>
                </a:ext>
              </a:extLst>
            </p:cNvPr>
            <p:cNvCxnSpPr>
              <a:cxnSpLocks/>
              <a:stCxn id="129" idx="0"/>
              <a:endCxn id="127" idx="2"/>
            </p:cNvCxnSpPr>
            <p:nvPr/>
          </p:nvCxnSpPr>
          <p:spPr>
            <a:xfrm flipH="1" flipV="1">
              <a:off x="14795500" y="8276149"/>
              <a:ext cx="1492377" cy="422460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cxnSp>
          <p:nvCxnSpPr>
            <p:cNvPr id="135" name="Прямая со стрелкой 134">
              <a:extLst>
                <a:ext uri="{FF2B5EF4-FFF2-40B4-BE49-F238E27FC236}">
                  <a16:creationId xmlns:a16="http://schemas.microsoft.com/office/drawing/2014/main" id="{784AF47C-FF37-9947-A646-00021F909CE4}"/>
                </a:ext>
              </a:extLst>
            </p:cNvPr>
            <p:cNvCxnSpPr>
              <a:cxnSpLocks/>
              <a:stCxn id="130" idx="0"/>
              <a:endCxn id="128" idx="2"/>
            </p:cNvCxnSpPr>
            <p:nvPr/>
          </p:nvCxnSpPr>
          <p:spPr>
            <a:xfrm flipV="1">
              <a:off x="12261850" y="9213819"/>
              <a:ext cx="1138936" cy="573847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cxnSp>
          <p:nvCxnSpPr>
            <p:cNvPr id="136" name="Прямая со стрелкой 135">
              <a:extLst>
                <a:ext uri="{FF2B5EF4-FFF2-40B4-BE49-F238E27FC236}">
                  <a16:creationId xmlns:a16="http://schemas.microsoft.com/office/drawing/2014/main" id="{8467A22F-447E-CB4D-AAE3-989D194F3D4D}"/>
                </a:ext>
              </a:extLst>
            </p:cNvPr>
            <p:cNvCxnSpPr>
              <a:cxnSpLocks/>
              <a:stCxn id="139" idx="0"/>
            </p:cNvCxnSpPr>
            <p:nvPr/>
          </p:nvCxnSpPr>
          <p:spPr>
            <a:xfrm flipH="1" flipV="1">
              <a:off x="13400786" y="9230346"/>
              <a:ext cx="512191" cy="540793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cxnSp>
          <p:nvCxnSpPr>
            <p:cNvPr id="137" name="Прямая со стрелкой 136">
              <a:extLst>
                <a:ext uri="{FF2B5EF4-FFF2-40B4-BE49-F238E27FC236}">
                  <a16:creationId xmlns:a16="http://schemas.microsoft.com/office/drawing/2014/main" id="{3DB204FC-FC74-9744-A7E8-016DA6747909}"/>
                </a:ext>
              </a:extLst>
            </p:cNvPr>
            <p:cNvCxnSpPr>
              <a:cxnSpLocks/>
              <a:stCxn id="132" idx="0"/>
              <a:endCxn id="129" idx="2"/>
            </p:cNvCxnSpPr>
            <p:nvPr/>
          </p:nvCxnSpPr>
          <p:spPr>
            <a:xfrm flipH="1" flipV="1">
              <a:off x="16287877" y="9213818"/>
              <a:ext cx="793623" cy="573846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5587F4E4-5C61-5E49-8B68-737D9564B158}"/>
                </a:ext>
              </a:extLst>
            </p:cNvPr>
            <p:cNvSpPr txBox="1"/>
            <p:nvPr/>
          </p:nvSpPr>
          <p:spPr>
            <a:xfrm>
              <a:off x="11347450" y="10302876"/>
              <a:ext cx="7086600" cy="756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37" dirty="0">
                  <a:latin typeface="IBM Plex Mono"/>
                  <a:ea typeface="Verdana" panose="020B0604030504040204" pitchFamily="34" charset="0"/>
                </a:rPr>
                <a:t>Дерево решений 2</a:t>
              </a:r>
              <a:endParaRPr lang="ru-RU" sz="1637" dirty="0"/>
            </a:p>
          </p:txBody>
        </p:sp>
        <p:sp>
          <p:nvSpPr>
            <p:cNvPr id="139" name="Скругленный прямоугольник 138">
              <a:extLst>
                <a:ext uri="{FF2B5EF4-FFF2-40B4-BE49-F238E27FC236}">
                  <a16:creationId xmlns:a16="http://schemas.microsoft.com/office/drawing/2014/main" id="{E2D78AC5-90D8-3A44-A4BD-DAAA063368C0}"/>
                </a:ext>
              </a:extLst>
            </p:cNvPr>
            <p:cNvSpPr/>
            <p:nvPr/>
          </p:nvSpPr>
          <p:spPr>
            <a:xfrm>
              <a:off x="13208127" y="9771139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cxnSp>
          <p:nvCxnSpPr>
            <p:cNvPr id="140" name="Прямая со стрелкой 139">
              <a:extLst>
                <a:ext uri="{FF2B5EF4-FFF2-40B4-BE49-F238E27FC236}">
                  <a16:creationId xmlns:a16="http://schemas.microsoft.com/office/drawing/2014/main" id="{B306B9F9-1445-0044-8DD0-A0FC14FE22C1}"/>
                </a:ext>
              </a:extLst>
            </p:cNvPr>
            <p:cNvCxnSpPr>
              <a:cxnSpLocks/>
              <a:stCxn id="131" idx="0"/>
              <a:endCxn id="129" idx="2"/>
            </p:cNvCxnSpPr>
            <p:nvPr/>
          </p:nvCxnSpPr>
          <p:spPr>
            <a:xfrm flipV="1">
              <a:off x="15557500" y="9213818"/>
              <a:ext cx="730377" cy="573847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</p:grpSp>
      <p:sp>
        <p:nvSpPr>
          <p:cNvPr id="143" name="Прямоугольник 142">
            <a:extLst>
              <a:ext uri="{FF2B5EF4-FFF2-40B4-BE49-F238E27FC236}">
                <a16:creationId xmlns:a16="http://schemas.microsoft.com/office/drawing/2014/main" id="{B3675046-7FEF-974C-B4E8-A7A7E79E2009}"/>
              </a:ext>
            </a:extLst>
          </p:cNvPr>
          <p:cNvSpPr/>
          <p:nvPr/>
        </p:nvSpPr>
        <p:spPr>
          <a:xfrm>
            <a:off x="4260098" y="1215850"/>
            <a:ext cx="3222990" cy="159416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3B088DC-C681-514C-B72D-C994070A18DE}"/>
              </a:ext>
            </a:extLst>
          </p:cNvPr>
          <p:cNvGrpSpPr/>
          <p:nvPr/>
        </p:nvGrpSpPr>
        <p:grpSpPr>
          <a:xfrm>
            <a:off x="4260098" y="1352161"/>
            <a:ext cx="3222990" cy="1500335"/>
            <a:chOff x="9366250" y="2973085"/>
            <a:chExt cx="7086600" cy="3298884"/>
          </a:xfrm>
        </p:grpSpPr>
        <p:sp>
          <p:nvSpPr>
            <p:cNvPr id="144" name="Скругленный прямоугольник 143">
              <a:extLst>
                <a:ext uri="{FF2B5EF4-FFF2-40B4-BE49-F238E27FC236}">
                  <a16:creationId xmlns:a16="http://schemas.microsoft.com/office/drawing/2014/main" id="{7D521CC4-5AFA-234D-9B28-31988BB2ECCF}"/>
                </a:ext>
              </a:extLst>
            </p:cNvPr>
            <p:cNvSpPr/>
            <p:nvPr/>
          </p:nvSpPr>
          <p:spPr>
            <a:xfrm>
              <a:off x="12109450" y="2973085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45" name="Скругленный прямоугольник 144">
              <a:extLst>
                <a:ext uri="{FF2B5EF4-FFF2-40B4-BE49-F238E27FC236}">
                  <a16:creationId xmlns:a16="http://schemas.microsoft.com/office/drawing/2014/main" id="{EA3F04E9-6410-CA44-BD0B-5FB440D760A3}"/>
                </a:ext>
              </a:extLst>
            </p:cNvPr>
            <p:cNvSpPr/>
            <p:nvPr/>
          </p:nvSpPr>
          <p:spPr>
            <a:xfrm>
              <a:off x="10714736" y="3910755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46" name="Скругленный прямоугольник 145">
              <a:extLst>
                <a:ext uri="{FF2B5EF4-FFF2-40B4-BE49-F238E27FC236}">
                  <a16:creationId xmlns:a16="http://schemas.microsoft.com/office/drawing/2014/main" id="{A651EF17-D68D-864A-824A-4AD51606F4B0}"/>
                </a:ext>
              </a:extLst>
            </p:cNvPr>
            <p:cNvSpPr/>
            <p:nvPr/>
          </p:nvSpPr>
          <p:spPr>
            <a:xfrm>
              <a:off x="13601827" y="3910754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47" name="Скругленный прямоугольник 146">
              <a:extLst>
                <a:ext uri="{FF2B5EF4-FFF2-40B4-BE49-F238E27FC236}">
                  <a16:creationId xmlns:a16="http://schemas.microsoft.com/office/drawing/2014/main" id="{E5EABF78-1443-104E-BA73-62D226EF90FA}"/>
                </a:ext>
              </a:extLst>
            </p:cNvPr>
            <p:cNvSpPr/>
            <p:nvPr/>
          </p:nvSpPr>
          <p:spPr>
            <a:xfrm>
              <a:off x="12490450" y="4999811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48" name="Скругленный прямоугольник 147">
              <a:extLst>
                <a:ext uri="{FF2B5EF4-FFF2-40B4-BE49-F238E27FC236}">
                  <a16:creationId xmlns:a16="http://schemas.microsoft.com/office/drawing/2014/main" id="{16BD46F2-5692-6547-9D48-8A54CF93B471}"/>
                </a:ext>
              </a:extLst>
            </p:cNvPr>
            <p:cNvSpPr/>
            <p:nvPr/>
          </p:nvSpPr>
          <p:spPr>
            <a:xfrm>
              <a:off x="14519275" y="4999810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cxnSp>
          <p:nvCxnSpPr>
            <p:cNvPr id="149" name="Прямая со стрелкой 148">
              <a:extLst>
                <a:ext uri="{FF2B5EF4-FFF2-40B4-BE49-F238E27FC236}">
                  <a16:creationId xmlns:a16="http://schemas.microsoft.com/office/drawing/2014/main" id="{A6FA6474-4E21-BA4C-934A-320267443520}"/>
                </a:ext>
              </a:extLst>
            </p:cNvPr>
            <p:cNvCxnSpPr>
              <a:cxnSpLocks/>
              <a:stCxn id="145" idx="0"/>
              <a:endCxn id="144" idx="2"/>
            </p:cNvCxnSpPr>
            <p:nvPr/>
          </p:nvCxnSpPr>
          <p:spPr>
            <a:xfrm flipV="1">
              <a:off x="11419586" y="3488294"/>
              <a:ext cx="1394714" cy="422461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cxnSp>
          <p:nvCxnSpPr>
            <p:cNvPr id="150" name="Прямая со стрелкой 149">
              <a:extLst>
                <a:ext uri="{FF2B5EF4-FFF2-40B4-BE49-F238E27FC236}">
                  <a16:creationId xmlns:a16="http://schemas.microsoft.com/office/drawing/2014/main" id="{001ED85C-F643-F04E-B116-6AA89F5354C7}"/>
                </a:ext>
              </a:extLst>
            </p:cNvPr>
            <p:cNvCxnSpPr>
              <a:cxnSpLocks/>
              <a:stCxn id="146" idx="0"/>
              <a:endCxn id="144" idx="2"/>
            </p:cNvCxnSpPr>
            <p:nvPr/>
          </p:nvCxnSpPr>
          <p:spPr>
            <a:xfrm flipH="1" flipV="1">
              <a:off x="12814300" y="3488294"/>
              <a:ext cx="1492377" cy="422460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cxnSp>
          <p:nvCxnSpPr>
            <p:cNvPr id="151" name="Прямая со стрелкой 150">
              <a:extLst>
                <a:ext uri="{FF2B5EF4-FFF2-40B4-BE49-F238E27FC236}">
                  <a16:creationId xmlns:a16="http://schemas.microsoft.com/office/drawing/2014/main" id="{1E80EA2F-5376-EB49-A9C5-2537336670B7}"/>
                </a:ext>
              </a:extLst>
            </p:cNvPr>
            <p:cNvCxnSpPr>
              <a:cxnSpLocks/>
              <a:stCxn id="147" idx="0"/>
            </p:cNvCxnSpPr>
            <p:nvPr/>
          </p:nvCxnSpPr>
          <p:spPr>
            <a:xfrm flipV="1">
              <a:off x="13195300" y="4425964"/>
              <a:ext cx="1138936" cy="573847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cxnSp>
          <p:nvCxnSpPr>
            <p:cNvPr id="152" name="Прямая со стрелкой 151">
              <a:extLst>
                <a:ext uri="{FF2B5EF4-FFF2-40B4-BE49-F238E27FC236}">
                  <a16:creationId xmlns:a16="http://schemas.microsoft.com/office/drawing/2014/main" id="{7558D0C9-D155-9E4A-BF0F-3C6C2E414A64}"/>
                </a:ext>
              </a:extLst>
            </p:cNvPr>
            <p:cNvCxnSpPr>
              <a:cxnSpLocks/>
              <a:stCxn id="148" idx="0"/>
            </p:cNvCxnSpPr>
            <p:nvPr/>
          </p:nvCxnSpPr>
          <p:spPr>
            <a:xfrm flipH="1" flipV="1">
              <a:off x="14334236" y="4425964"/>
              <a:ext cx="889889" cy="573846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336BEBCF-BCE8-9942-84D2-4A88AC8A3B52}"/>
                </a:ext>
              </a:extLst>
            </p:cNvPr>
            <p:cNvSpPr txBox="1"/>
            <p:nvPr/>
          </p:nvSpPr>
          <p:spPr>
            <a:xfrm>
              <a:off x="9366250" y="5515020"/>
              <a:ext cx="7086600" cy="756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37" dirty="0">
                  <a:latin typeface="IBM Plex Mono"/>
                  <a:ea typeface="Verdana" panose="020B0604030504040204" pitchFamily="34" charset="0"/>
                </a:rPr>
                <a:t>Дерево решений 3</a:t>
              </a:r>
              <a:endParaRPr lang="ru-RU" sz="1637" dirty="0"/>
            </a:p>
          </p:txBody>
        </p:sp>
      </p:grpSp>
      <p:grpSp>
        <p:nvGrpSpPr>
          <p:cNvPr id="158" name="Группа 157">
            <a:extLst>
              <a:ext uri="{FF2B5EF4-FFF2-40B4-BE49-F238E27FC236}">
                <a16:creationId xmlns:a16="http://schemas.microsoft.com/office/drawing/2014/main" id="{752012BD-A0F6-394F-BF05-A1D920309854}"/>
              </a:ext>
            </a:extLst>
          </p:cNvPr>
          <p:cNvGrpSpPr/>
          <p:nvPr/>
        </p:nvGrpSpPr>
        <p:grpSpPr>
          <a:xfrm>
            <a:off x="4497837" y="3022276"/>
            <a:ext cx="3222990" cy="1636646"/>
            <a:chOff x="11347450" y="7461224"/>
            <a:chExt cx="7086600" cy="3598601"/>
          </a:xfrm>
        </p:grpSpPr>
        <p:sp>
          <p:nvSpPr>
            <p:cNvPr id="159" name="Прямоугольник 158">
              <a:extLst>
                <a:ext uri="{FF2B5EF4-FFF2-40B4-BE49-F238E27FC236}">
                  <a16:creationId xmlns:a16="http://schemas.microsoft.com/office/drawing/2014/main" id="{79185E49-D190-DF40-9FD0-617AD5AB55FC}"/>
                </a:ext>
              </a:extLst>
            </p:cNvPr>
            <p:cNvSpPr/>
            <p:nvPr/>
          </p:nvSpPr>
          <p:spPr>
            <a:xfrm>
              <a:off x="11347450" y="7461224"/>
              <a:ext cx="7086600" cy="350519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/>
            <a:lstStyle/>
            <a:p>
              <a:pPr algn="l"/>
              <a:endParaRPr lang="ru-RU" sz="637" dirty="0"/>
            </a:p>
          </p:txBody>
        </p:sp>
        <p:sp>
          <p:nvSpPr>
            <p:cNvPr id="160" name="Скругленный прямоугольник 159">
              <a:extLst>
                <a:ext uri="{FF2B5EF4-FFF2-40B4-BE49-F238E27FC236}">
                  <a16:creationId xmlns:a16="http://schemas.microsoft.com/office/drawing/2014/main" id="{6900F6F9-EF3F-B143-A612-7B564F5AF015}"/>
                </a:ext>
              </a:extLst>
            </p:cNvPr>
            <p:cNvSpPr/>
            <p:nvPr/>
          </p:nvSpPr>
          <p:spPr>
            <a:xfrm>
              <a:off x="14090650" y="7760940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61" name="Скругленный прямоугольник 160">
              <a:extLst>
                <a:ext uri="{FF2B5EF4-FFF2-40B4-BE49-F238E27FC236}">
                  <a16:creationId xmlns:a16="http://schemas.microsoft.com/office/drawing/2014/main" id="{BE299A53-0911-3C4A-AAB2-6337A3D36DA3}"/>
                </a:ext>
              </a:extLst>
            </p:cNvPr>
            <p:cNvSpPr/>
            <p:nvPr/>
          </p:nvSpPr>
          <p:spPr>
            <a:xfrm>
              <a:off x="12695936" y="8698610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62" name="Скругленный прямоугольник 161">
              <a:extLst>
                <a:ext uri="{FF2B5EF4-FFF2-40B4-BE49-F238E27FC236}">
                  <a16:creationId xmlns:a16="http://schemas.microsoft.com/office/drawing/2014/main" id="{0E339423-BF45-8146-88CF-61BEA0E5D5D4}"/>
                </a:ext>
              </a:extLst>
            </p:cNvPr>
            <p:cNvSpPr/>
            <p:nvPr/>
          </p:nvSpPr>
          <p:spPr>
            <a:xfrm>
              <a:off x="15583027" y="8698609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63" name="Скругленный прямоугольник 162">
              <a:extLst>
                <a:ext uri="{FF2B5EF4-FFF2-40B4-BE49-F238E27FC236}">
                  <a16:creationId xmlns:a16="http://schemas.microsoft.com/office/drawing/2014/main" id="{0FF44973-85AF-A440-B67B-2B0EDAD1EFF5}"/>
                </a:ext>
              </a:extLst>
            </p:cNvPr>
            <p:cNvSpPr/>
            <p:nvPr/>
          </p:nvSpPr>
          <p:spPr>
            <a:xfrm>
              <a:off x="11557000" y="9787666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64" name="Скругленный прямоугольник 163">
              <a:extLst>
                <a:ext uri="{FF2B5EF4-FFF2-40B4-BE49-F238E27FC236}">
                  <a16:creationId xmlns:a16="http://schemas.microsoft.com/office/drawing/2014/main" id="{D9148F1A-F848-3748-94D1-39A20CB1D3D8}"/>
                </a:ext>
              </a:extLst>
            </p:cNvPr>
            <p:cNvSpPr/>
            <p:nvPr/>
          </p:nvSpPr>
          <p:spPr>
            <a:xfrm>
              <a:off x="14852650" y="9787665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sp>
          <p:nvSpPr>
            <p:cNvPr id="165" name="Скругленный прямоугольник 164">
              <a:extLst>
                <a:ext uri="{FF2B5EF4-FFF2-40B4-BE49-F238E27FC236}">
                  <a16:creationId xmlns:a16="http://schemas.microsoft.com/office/drawing/2014/main" id="{BE44735D-EAFC-E641-AD4C-6FC0541CE594}"/>
                </a:ext>
              </a:extLst>
            </p:cNvPr>
            <p:cNvSpPr/>
            <p:nvPr/>
          </p:nvSpPr>
          <p:spPr>
            <a:xfrm>
              <a:off x="16376650" y="9787664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cxnSp>
          <p:nvCxnSpPr>
            <p:cNvPr id="166" name="Прямая со стрелкой 165">
              <a:extLst>
                <a:ext uri="{FF2B5EF4-FFF2-40B4-BE49-F238E27FC236}">
                  <a16:creationId xmlns:a16="http://schemas.microsoft.com/office/drawing/2014/main" id="{58CF18E5-0316-E841-86E9-5B0FC8EDF247}"/>
                </a:ext>
              </a:extLst>
            </p:cNvPr>
            <p:cNvCxnSpPr>
              <a:cxnSpLocks/>
              <a:stCxn id="161" idx="0"/>
              <a:endCxn id="160" idx="2"/>
            </p:cNvCxnSpPr>
            <p:nvPr/>
          </p:nvCxnSpPr>
          <p:spPr>
            <a:xfrm flipV="1">
              <a:off x="13400786" y="8276149"/>
              <a:ext cx="1394714" cy="422461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cxnSp>
          <p:nvCxnSpPr>
            <p:cNvPr id="167" name="Прямая со стрелкой 166">
              <a:extLst>
                <a:ext uri="{FF2B5EF4-FFF2-40B4-BE49-F238E27FC236}">
                  <a16:creationId xmlns:a16="http://schemas.microsoft.com/office/drawing/2014/main" id="{D13BC7B3-4DA8-A84B-AFB0-07C735E94172}"/>
                </a:ext>
              </a:extLst>
            </p:cNvPr>
            <p:cNvCxnSpPr>
              <a:cxnSpLocks/>
              <a:stCxn id="162" idx="0"/>
              <a:endCxn id="160" idx="2"/>
            </p:cNvCxnSpPr>
            <p:nvPr/>
          </p:nvCxnSpPr>
          <p:spPr>
            <a:xfrm flipH="1" flipV="1">
              <a:off x="14795500" y="8276149"/>
              <a:ext cx="1492377" cy="422460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cxnSp>
          <p:nvCxnSpPr>
            <p:cNvPr id="168" name="Прямая со стрелкой 167">
              <a:extLst>
                <a:ext uri="{FF2B5EF4-FFF2-40B4-BE49-F238E27FC236}">
                  <a16:creationId xmlns:a16="http://schemas.microsoft.com/office/drawing/2014/main" id="{D7BF10C3-C9AE-004C-ADB1-B06D88243C88}"/>
                </a:ext>
              </a:extLst>
            </p:cNvPr>
            <p:cNvCxnSpPr>
              <a:cxnSpLocks/>
              <a:stCxn id="163" idx="0"/>
              <a:endCxn id="161" idx="2"/>
            </p:cNvCxnSpPr>
            <p:nvPr/>
          </p:nvCxnSpPr>
          <p:spPr>
            <a:xfrm flipV="1">
              <a:off x="12261850" y="9213819"/>
              <a:ext cx="1138936" cy="573847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cxnSp>
          <p:nvCxnSpPr>
            <p:cNvPr id="169" name="Прямая со стрелкой 168">
              <a:extLst>
                <a:ext uri="{FF2B5EF4-FFF2-40B4-BE49-F238E27FC236}">
                  <a16:creationId xmlns:a16="http://schemas.microsoft.com/office/drawing/2014/main" id="{A5F10A29-EC68-804B-B8C4-FC756E6F7423}"/>
                </a:ext>
              </a:extLst>
            </p:cNvPr>
            <p:cNvCxnSpPr>
              <a:cxnSpLocks/>
              <a:stCxn id="172" idx="0"/>
            </p:cNvCxnSpPr>
            <p:nvPr/>
          </p:nvCxnSpPr>
          <p:spPr>
            <a:xfrm flipH="1" flipV="1">
              <a:off x="13400786" y="9230346"/>
              <a:ext cx="512191" cy="540793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cxnSp>
          <p:nvCxnSpPr>
            <p:cNvPr id="170" name="Прямая со стрелкой 169">
              <a:extLst>
                <a:ext uri="{FF2B5EF4-FFF2-40B4-BE49-F238E27FC236}">
                  <a16:creationId xmlns:a16="http://schemas.microsoft.com/office/drawing/2014/main" id="{E1D5810C-CACF-9D45-AD86-0424BAD6CF4F}"/>
                </a:ext>
              </a:extLst>
            </p:cNvPr>
            <p:cNvCxnSpPr>
              <a:cxnSpLocks/>
              <a:stCxn id="165" idx="0"/>
              <a:endCxn id="162" idx="2"/>
            </p:cNvCxnSpPr>
            <p:nvPr/>
          </p:nvCxnSpPr>
          <p:spPr>
            <a:xfrm flipH="1" flipV="1">
              <a:off x="16287877" y="9213818"/>
              <a:ext cx="793623" cy="573846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563567D1-EA51-8E44-B5CF-9F9385FCFB51}"/>
                </a:ext>
              </a:extLst>
            </p:cNvPr>
            <p:cNvSpPr txBox="1"/>
            <p:nvPr/>
          </p:nvSpPr>
          <p:spPr>
            <a:xfrm>
              <a:off x="11347450" y="10302876"/>
              <a:ext cx="7086600" cy="756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37" dirty="0">
                  <a:latin typeface="IBM Plex Mono"/>
                  <a:ea typeface="Verdana" panose="020B0604030504040204" pitchFamily="34" charset="0"/>
                </a:rPr>
                <a:t>Дерево решений </a:t>
              </a:r>
              <a:r>
                <a:rPr lang="en-US" sz="1637" dirty="0">
                  <a:latin typeface="IBM Plex Mono"/>
                  <a:ea typeface="Verdana" panose="020B0604030504040204" pitchFamily="34" charset="0"/>
                </a:rPr>
                <a:t>N</a:t>
              </a:r>
              <a:endParaRPr lang="ru-RU" sz="1637" dirty="0"/>
            </a:p>
          </p:txBody>
        </p:sp>
        <p:sp>
          <p:nvSpPr>
            <p:cNvPr id="172" name="Скругленный прямоугольник 171">
              <a:extLst>
                <a:ext uri="{FF2B5EF4-FFF2-40B4-BE49-F238E27FC236}">
                  <a16:creationId xmlns:a16="http://schemas.microsoft.com/office/drawing/2014/main" id="{41CF0E8D-7D29-3644-B84E-CD25E216F0AD}"/>
                </a:ext>
              </a:extLst>
            </p:cNvPr>
            <p:cNvSpPr/>
            <p:nvPr/>
          </p:nvSpPr>
          <p:spPr>
            <a:xfrm>
              <a:off x="13208127" y="9771139"/>
              <a:ext cx="1409700" cy="515209"/>
            </a:xfrm>
            <a:prstGeom prst="round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endParaRPr lang="ru-RU" sz="1819" dirty="0">
                <a:solidFill>
                  <a:srgbClr val="0F316C"/>
                </a:solidFill>
                <a:latin typeface="IBM Plex Mono" panose="020B0509050203000203" pitchFamily="49" charset="-52"/>
                <a:cs typeface="Times New Roman" panose="02020603050405020304" pitchFamily="18" charset="0"/>
              </a:endParaRPr>
            </a:p>
          </p:txBody>
        </p:sp>
        <p:cxnSp>
          <p:nvCxnSpPr>
            <p:cNvPr id="173" name="Прямая со стрелкой 172">
              <a:extLst>
                <a:ext uri="{FF2B5EF4-FFF2-40B4-BE49-F238E27FC236}">
                  <a16:creationId xmlns:a16="http://schemas.microsoft.com/office/drawing/2014/main" id="{8955A984-9E96-5540-90F7-DFDEBBE924F3}"/>
                </a:ext>
              </a:extLst>
            </p:cNvPr>
            <p:cNvCxnSpPr>
              <a:cxnSpLocks/>
              <a:stCxn id="164" idx="0"/>
              <a:endCxn id="162" idx="2"/>
            </p:cNvCxnSpPr>
            <p:nvPr/>
          </p:nvCxnSpPr>
          <p:spPr>
            <a:xfrm flipV="1">
              <a:off x="15557500" y="9213818"/>
              <a:ext cx="730377" cy="573847"/>
            </a:xfrm>
            <a:prstGeom prst="straightConnector1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tailEnd type="none" w="med" len="lg"/>
            </a:ln>
          </p:spPr>
        </p:cxnSp>
      </p:grpSp>
      <p:sp>
        <p:nvSpPr>
          <p:cNvPr id="174" name="TextBox 173">
            <a:extLst>
              <a:ext uri="{FF2B5EF4-FFF2-40B4-BE49-F238E27FC236}">
                <a16:creationId xmlns:a16="http://schemas.microsoft.com/office/drawing/2014/main" id="{63EB08F8-56D2-7B4A-A568-4CACB02875CC}"/>
              </a:ext>
            </a:extLst>
          </p:cNvPr>
          <p:cNvSpPr txBox="1"/>
          <p:nvPr/>
        </p:nvSpPr>
        <p:spPr>
          <a:xfrm>
            <a:off x="4126788" y="3633045"/>
            <a:ext cx="618491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37" dirty="0">
                <a:latin typeface="IBM Plex Mono"/>
                <a:ea typeface="Verdana" panose="020B0604030504040204" pitchFamily="34" charset="0"/>
              </a:rPr>
              <a:t>...</a:t>
            </a:r>
            <a:endParaRPr lang="ru-RU" sz="1637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6631203-6CDF-B54C-90E3-1F603848452A}"/>
              </a:ext>
            </a:extLst>
          </p:cNvPr>
          <p:cNvSpPr txBox="1"/>
          <p:nvPr/>
        </p:nvSpPr>
        <p:spPr>
          <a:xfrm>
            <a:off x="5828273" y="2762980"/>
            <a:ext cx="4570408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37" dirty="0">
                <a:latin typeface="IBM Plex Mono"/>
                <a:ea typeface="Verdana" panose="020B0604030504040204" pitchFamily="34" charset="0"/>
              </a:rPr>
              <a:t>...</a:t>
            </a:r>
            <a:endParaRPr lang="ru-RU" sz="1637" dirty="0"/>
          </a:p>
        </p:txBody>
      </p:sp>
    </p:spTree>
    <p:extLst>
      <p:ext uri="{BB962C8B-B14F-4D97-AF65-F5344CB8AC3E}">
        <p14:creationId xmlns:p14="http://schemas.microsoft.com/office/powerpoint/2010/main" val="690047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</a:rPr>
              <a:t>Случайный лес: </a:t>
            </a:r>
            <a:r>
              <a:rPr lang="ru-RU" sz="2183" b="1" dirty="0" err="1">
                <a:latin typeface="Verdana" panose="020B0604030504040204" pitchFamily="34" charset="0"/>
                <a:ea typeface="Verdana" panose="020B0604030504040204" pitchFamily="34" charset="0"/>
              </a:rPr>
              <a:t>валидация</a:t>
            </a:r>
            <a:endParaRPr lang="ru-RU" sz="218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112" name="Таблица 111">
            <a:extLst>
              <a:ext uri="{FF2B5EF4-FFF2-40B4-BE49-F238E27FC236}">
                <a16:creationId xmlns:a16="http://schemas.microsoft.com/office/drawing/2014/main" id="{13FE7694-4541-6047-86DD-EC1F9EEA6F35}"/>
              </a:ext>
            </a:extLst>
          </p:cNvPr>
          <p:cNvGraphicFramePr>
            <a:graphicFrameLocks noGrp="1"/>
          </p:cNvGraphicFramePr>
          <p:nvPr/>
        </p:nvGraphicFramePr>
        <p:xfrm>
          <a:off x="427050" y="1244246"/>
          <a:ext cx="3430925" cy="3534899"/>
        </p:xfrm>
        <a:graphic>
          <a:graphicData uri="http://schemas.openxmlformats.org/drawingml/2006/table">
            <a:tbl>
              <a:tblPr/>
              <a:tblGrid>
                <a:gridCol w="686185">
                  <a:extLst>
                    <a:ext uri="{9D8B030D-6E8A-4147-A177-3AD203B41FA5}">
                      <a16:colId xmlns:a16="http://schemas.microsoft.com/office/drawing/2014/main" val="2952566792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946579780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3965077832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1260959363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2375356552"/>
                    </a:ext>
                  </a:extLst>
                </a:gridCol>
              </a:tblGrid>
              <a:tr h="627530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sepal length (cm)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sepal width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petal length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petal width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target names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6219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4.9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11949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4.7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1327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4.6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960693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3.6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888193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6.4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239409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6.9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60312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6794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2.8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4.6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300972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5.8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2.7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096527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7.1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12447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6.3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5.6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1.8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698148"/>
                  </a:ext>
                </a:extLst>
              </a:tr>
              <a:tr h="24755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5.8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266131"/>
                  </a:ext>
                </a:extLst>
              </a:tr>
            </a:tbl>
          </a:graphicData>
        </a:graphic>
      </p:graphicFrame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6D64840B-5A19-4F42-96E8-91E66621FC90}"/>
              </a:ext>
            </a:extLst>
          </p:cNvPr>
          <p:cNvCxnSpPr>
            <a:cxnSpLocks/>
          </p:cNvCxnSpPr>
          <p:nvPr/>
        </p:nvCxnSpPr>
        <p:spPr>
          <a:xfrm>
            <a:off x="3948195" y="1670699"/>
            <a:ext cx="1628823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Таблица 22">
            <a:extLst>
              <a:ext uri="{FF2B5EF4-FFF2-40B4-BE49-F238E27FC236}">
                <a16:creationId xmlns:a16="http://schemas.microsoft.com/office/drawing/2014/main" id="{56F2261A-E72C-9D44-A893-CDF08EDE5E5E}"/>
              </a:ext>
            </a:extLst>
          </p:cNvPr>
          <p:cNvGraphicFramePr>
            <a:graphicFrameLocks noGrp="1"/>
          </p:cNvGraphicFramePr>
          <p:nvPr/>
        </p:nvGraphicFramePr>
        <p:xfrm>
          <a:off x="5649911" y="1254829"/>
          <a:ext cx="2058555" cy="2084093"/>
        </p:xfrm>
        <a:graphic>
          <a:graphicData uri="http://schemas.openxmlformats.org/drawingml/2006/table">
            <a:tbl>
              <a:tblPr/>
              <a:tblGrid>
                <a:gridCol w="686185">
                  <a:extLst>
                    <a:ext uri="{9D8B030D-6E8A-4147-A177-3AD203B41FA5}">
                      <a16:colId xmlns:a16="http://schemas.microsoft.com/office/drawing/2014/main" val="2952566792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1260959363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2375356552"/>
                    </a:ext>
                  </a:extLst>
                </a:gridCol>
              </a:tblGrid>
              <a:tr h="627530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sepal length (cm)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petal width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target names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6219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4.6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960693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888193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6794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300972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5.8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096527"/>
                  </a:ext>
                </a:extLst>
              </a:tr>
              <a:tr h="24755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266131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AD36411A-2886-9546-89E5-D7085F9D983D}"/>
              </a:ext>
            </a:extLst>
          </p:cNvPr>
          <p:cNvSpPr txBox="1"/>
          <p:nvPr/>
        </p:nvSpPr>
        <p:spPr>
          <a:xfrm>
            <a:off x="5195804" y="734992"/>
            <a:ext cx="2980400" cy="596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37" dirty="0">
                <a:latin typeface="IBM Plex Mono"/>
                <a:ea typeface="Verdana" panose="020B0604030504040204" pitchFamily="34" charset="0"/>
              </a:rPr>
              <a:t>Тренировочная </a:t>
            </a:r>
          </a:p>
          <a:p>
            <a:pPr algn="ctr"/>
            <a:r>
              <a:rPr lang="ru-RU" sz="1637" dirty="0">
                <a:latin typeface="IBM Plex Mono"/>
                <a:ea typeface="Verdana" panose="020B0604030504040204" pitchFamily="34" charset="0"/>
              </a:rPr>
              <a:t>выборка</a:t>
            </a:r>
            <a:endParaRPr lang="ru-RU" sz="1637" dirty="0"/>
          </a:p>
        </p:txBody>
      </p:sp>
    </p:spTree>
    <p:extLst>
      <p:ext uri="{BB962C8B-B14F-4D97-AF65-F5344CB8AC3E}">
        <p14:creationId xmlns:p14="http://schemas.microsoft.com/office/powerpoint/2010/main" val="1659005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</a:rPr>
              <a:t>Случайный лес: </a:t>
            </a:r>
            <a:r>
              <a:rPr lang="ru-RU" sz="2183" b="1" dirty="0" err="1">
                <a:latin typeface="Verdana" panose="020B0604030504040204" pitchFamily="34" charset="0"/>
                <a:ea typeface="Verdana" panose="020B0604030504040204" pitchFamily="34" charset="0"/>
              </a:rPr>
              <a:t>валидация</a:t>
            </a:r>
            <a:endParaRPr lang="ru-RU" sz="218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112" name="Таблица 111">
            <a:extLst>
              <a:ext uri="{FF2B5EF4-FFF2-40B4-BE49-F238E27FC236}">
                <a16:creationId xmlns:a16="http://schemas.microsoft.com/office/drawing/2014/main" id="{13FE7694-4541-6047-86DD-EC1F9EEA6F35}"/>
              </a:ext>
            </a:extLst>
          </p:cNvPr>
          <p:cNvGraphicFramePr>
            <a:graphicFrameLocks noGrp="1"/>
          </p:cNvGraphicFramePr>
          <p:nvPr/>
        </p:nvGraphicFramePr>
        <p:xfrm>
          <a:off x="427050" y="1244246"/>
          <a:ext cx="3430925" cy="3534899"/>
        </p:xfrm>
        <a:graphic>
          <a:graphicData uri="http://schemas.openxmlformats.org/drawingml/2006/table">
            <a:tbl>
              <a:tblPr/>
              <a:tblGrid>
                <a:gridCol w="686185">
                  <a:extLst>
                    <a:ext uri="{9D8B030D-6E8A-4147-A177-3AD203B41FA5}">
                      <a16:colId xmlns:a16="http://schemas.microsoft.com/office/drawing/2014/main" val="2952566792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946579780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3965077832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1260959363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2375356552"/>
                    </a:ext>
                  </a:extLst>
                </a:gridCol>
              </a:tblGrid>
              <a:tr h="627530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sepal length (cm)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sepal width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petal length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petal width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target names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6219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4.9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11949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4.7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1327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4.6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960693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3.6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888193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6.4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239409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6.9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60312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6794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2.8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4.6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300972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5.8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2.7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096527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7.1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12447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6.3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5.6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1.8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698148"/>
                  </a:ext>
                </a:extLst>
              </a:tr>
              <a:tr h="24755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5.8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266131"/>
                  </a:ext>
                </a:extLst>
              </a:tr>
            </a:tbl>
          </a:graphicData>
        </a:graphic>
      </p:graphicFrame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6D64840B-5A19-4F42-96E8-91E66621FC90}"/>
              </a:ext>
            </a:extLst>
          </p:cNvPr>
          <p:cNvCxnSpPr>
            <a:cxnSpLocks/>
          </p:cNvCxnSpPr>
          <p:nvPr/>
        </p:nvCxnSpPr>
        <p:spPr>
          <a:xfrm>
            <a:off x="3948195" y="1670699"/>
            <a:ext cx="2911088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Таблица 22">
            <a:extLst>
              <a:ext uri="{FF2B5EF4-FFF2-40B4-BE49-F238E27FC236}">
                <a16:creationId xmlns:a16="http://schemas.microsoft.com/office/drawing/2014/main" id="{56F2261A-E72C-9D44-A893-CDF08EDE5E5E}"/>
              </a:ext>
            </a:extLst>
          </p:cNvPr>
          <p:cNvGraphicFramePr>
            <a:graphicFrameLocks noGrp="1"/>
          </p:cNvGraphicFramePr>
          <p:nvPr/>
        </p:nvGraphicFramePr>
        <p:xfrm>
          <a:off x="6928595" y="1254829"/>
          <a:ext cx="2058555" cy="2084093"/>
        </p:xfrm>
        <a:graphic>
          <a:graphicData uri="http://schemas.openxmlformats.org/drawingml/2006/table">
            <a:tbl>
              <a:tblPr/>
              <a:tblGrid>
                <a:gridCol w="686185">
                  <a:extLst>
                    <a:ext uri="{9D8B030D-6E8A-4147-A177-3AD203B41FA5}">
                      <a16:colId xmlns:a16="http://schemas.microsoft.com/office/drawing/2014/main" val="2952566792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1260959363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2375356552"/>
                    </a:ext>
                  </a:extLst>
                </a:gridCol>
              </a:tblGrid>
              <a:tr h="627530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sepal length (cm)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petal width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target names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6219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4.6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960693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888193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1.3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6794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300972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5.8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1.9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096527"/>
                  </a:ext>
                </a:extLst>
              </a:tr>
              <a:tr h="24755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6.5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266131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AD36411A-2886-9546-89E5-D7085F9D983D}"/>
              </a:ext>
            </a:extLst>
          </p:cNvPr>
          <p:cNvSpPr txBox="1"/>
          <p:nvPr/>
        </p:nvSpPr>
        <p:spPr>
          <a:xfrm>
            <a:off x="6859284" y="649218"/>
            <a:ext cx="2148660" cy="596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37" dirty="0">
                <a:latin typeface="IBM Plex Mono"/>
                <a:ea typeface="Verdana" panose="020B0604030504040204" pitchFamily="34" charset="0"/>
              </a:rPr>
              <a:t>Тренировочная </a:t>
            </a:r>
          </a:p>
          <a:p>
            <a:pPr algn="ctr"/>
            <a:r>
              <a:rPr lang="ru-RU" sz="1637" dirty="0">
                <a:latin typeface="IBM Plex Mono"/>
                <a:ea typeface="Verdana" panose="020B0604030504040204" pitchFamily="34" charset="0"/>
              </a:rPr>
              <a:t>выборка</a:t>
            </a:r>
            <a:endParaRPr lang="ru-RU" sz="1637" dirty="0"/>
          </a:p>
        </p:txBody>
      </p:sp>
      <p:graphicFrame>
        <p:nvGraphicFramePr>
          <p:cNvPr id="29" name="Таблица 28">
            <a:extLst>
              <a:ext uri="{FF2B5EF4-FFF2-40B4-BE49-F238E27FC236}">
                <a16:creationId xmlns:a16="http://schemas.microsoft.com/office/drawing/2014/main" id="{A7224AAE-3FE1-EF4A-954E-D75ED8CA7705}"/>
              </a:ext>
            </a:extLst>
          </p:cNvPr>
          <p:cNvGraphicFramePr>
            <a:graphicFrameLocks noGrp="1"/>
          </p:cNvGraphicFramePr>
          <p:nvPr/>
        </p:nvGraphicFramePr>
        <p:xfrm>
          <a:off x="4530413" y="2871181"/>
          <a:ext cx="2058555" cy="2078336"/>
        </p:xfrm>
        <a:graphic>
          <a:graphicData uri="http://schemas.openxmlformats.org/drawingml/2006/table">
            <a:tbl>
              <a:tblPr/>
              <a:tblGrid>
                <a:gridCol w="686185">
                  <a:extLst>
                    <a:ext uri="{9D8B030D-6E8A-4147-A177-3AD203B41FA5}">
                      <a16:colId xmlns:a16="http://schemas.microsoft.com/office/drawing/2014/main" val="2952566792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1260959363"/>
                    </a:ext>
                  </a:extLst>
                </a:gridCol>
                <a:gridCol w="686185">
                  <a:extLst>
                    <a:ext uri="{9D8B030D-6E8A-4147-A177-3AD203B41FA5}">
                      <a16:colId xmlns:a16="http://schemas.microsoft.com/office/drawing/2014/main" val="2375356552"/>
                    </a:ext>
                  </a:extLst>
                </a:gridCol>
              </a:tblGrid>
              <a:tr h="627530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sepal length (cm)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petal width (cm)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1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target names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6219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4.9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11949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4.7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0.2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setosa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13275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6.4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239409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6.9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1.5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versicolor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60312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7.1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2.1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12447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6.3</a:t>
                      </a:r>
                    </a:p>
                  </a:txBody>
                  <a:tcPr marL="3466" marR="3466" marT="3466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1.8</a:t>
                      </a: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800" b="0" i="0" u="none" strike="noStrike" dirty="0" err="1">
                          <a:solidFill>
                            <a:srgbClr val="D5D5D5"/>
                          </a:solidFill>
                          <a:effectLst/>
                          <a:latin typeface="IBM Plex Mono" panose="020B0509050203000203" pitchFamily="49" charset="0"/>
                        </a:rPr>
                        <a:t>virginica</a:t>
                      </a:r>
                      <a:endParaRPr lang="tr-TR" sz="800" b="0" i="0" u="none" strike="noStrike" dirty="0">
                        <a:solidFill>
                          <a:srgbClr val="D5D5D5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3466" marR="3466" marT="346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69814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0F2F997C-B970-5642-91C2-01C51C797890}"/>
              </a:ext>
            </a:extLst>
          </p:cNvPr>
          <p:cNvSpPr txBox="1"/>
          <p:nvPr/>
        </p:nvSpPr>
        <p:spPr>
          <a:xfrm>
            <a:off x="4530413" y="2276311"/>
            <a:ext cx="2058555" cy="596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37" dirty="0" err="1">
                <a:latin typeface="IBM Plex Mono"/>
                <a:ea typeface="Verdana" panose="020B0604030504040204" pitchFamily="34" charset="0"/>
              </a:rPr>
              <a:t>Валидационная</a:t>
            </a:r>
            <a:r>
              <a:rPr lang="ru-RU" sz="1637" dirty="0">
                <a:latin typeface="IBM Plex Mono"/>
                <a:ea typeface="Verdana" panose="020B0604030504040204" pitchFamily="34" charset="0"/>
              </a:rPr>
              <a:t> </a:t>
            </a:r>
          </a:p>
          <a:p>
            <a:pPr algn="ctr"/>
            <a:r>
              <a:rPr lang="ru-RU" sz="1637" dirty="0">
                <a:latin typeface="IBM Plex Mono"/>
                <a:ea typeface="Verdana" panose="020B0604030504040204" pitchFamily="34" charset="0"/>
              </a:rPr>
              <a:t>выборка</a:t>
            </a:r>
            <a:endParaRPr lang="ru-RU" sz="1637" dirty="0"/>
          </a:p>
        </p:txBody>
      </p: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9A75A015-B406-B14C-B7EE-C221F8CE51E8}"/>
              </a:ext>
            </a:extLst>
          </p:cNvPr>
          <p:cNvCxnSpPr>
            <a:cxnSpLocks/>
          </p:cNvCxnSpPr>
          <p:nvPr/>
        </p:nvCxnSpPr>
        <p:spPr>
          <a:xfrm>
            <a:off x="3910552" y="3011693"/>
            <a:ext cx="557481" cy="253173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891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 err="1">
                <a:latin typeface="Verdana" panose="020B0604030504040204" pitchFamily="34" charset="0"/>
                <a:ea typeface="Verdana" panose="020B0604030504040204" pitchFamily="34" charset="0"/>
              </a:rPr>
              <a:t>Стэкинг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6EE625B-2EDB-5042-AEA3-6E1C948C53E7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A4CB51D0-237A-0A42-9F57-B8F33D3BC6F0}"/>
              </a:ext>
            </a:extLst>
          </p:cNvPr>
          <p:cNvSpPr/>
          <p:nvPr/>
        </p:nvSpPr>
        <p:spPr>
          <a:xfrm>
            <a:off x="1071763" y="2814341"/>
            <a:ext cx="301260" cy="301260"/>
          </a:xfrm>
          <a:prstGeom prst="ellipse">
            <a:avLst/>
          </a:prstGeom>
          <a:noFill/>
          <a:ln w="476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1455" dirty="0"/>
              <a:t>?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8BA5B2F-6A0A-7D48-AC40-A3FBAB919BFE}"/>
              </a:ext>
            </a:extLst>
          </p:cNvPr>
          <p:cNvSpPr/>
          <p:nvPr/>
        </p:nvSpPr>
        <p:spPr>
          <a:xfrm>
            <a:off x="2354441" y="1532076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Алгоритм 1</a:t>
            </a:r>
          </a:p>
        </p:txBody>
      </p:sp>
      <p:sp>
        <p:nvSpPr>
          <p:cNvPr id="34" name="Скругленный прямоугольник 33">
            <a:extLst>
              <a:ext uri="{FF2B5EF4-FFF2-40B4-BE49-F238E27FC236}">
                <a16:creationId xmlns:a16="http://schemas.microsoft.com/office/drawing/2014/main" id="{BD3AAC52-3515-6E47-8175-A2165DC990B8}"/>
              </a:ext>
            </a:extLst>
          </p:cNvPr>
          <p:cNvSpPr/>
          <p:nvPr/>
        </p:nvSpPr>
        <p:spPr>
          <a:xfrm>
            <a:off x="2354441" y="2311831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Алгоритм 2</a:t>
            </a:r>
          </a:p>
        </p:txBody>
      </p:sp>
      <p:sp>
        <p:nvSpPr>
          <p:cNvPr id="35" name="Скругленный прямоугольник 34">
            <a:extLst>
              <a:ext uri="{FF2B5EF4-FFF2-40B4-BE49-F238E27FC236}">
                <a16:creationId xmlns:a16="http://schemas.microsoft.com/office/drawing/2014/main" id="{E40AB4C8-DF29-1A42-9F87-D6ACB1AB5403}"/>
              </a:ext>
            </a:extLst>
          </p:cNvPr>
          <p:cNvSpPr/>
          <p:nvPr/>
        </p:nvSpPr>
        <p:spPr>
          <a:xfrm>
            <a:off x="2354028" y="3091587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Алгоритм 3</a:t>
            </a:r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F7517C93-73FB-2548-B828-6441023CE227}"/>
              </a:ext>
            </a:extLst>
          </p:cNvPr>
          <p:cNvSpPr/>
          <p:nvPr/>
        </p:nvSpPr>
        <p:spPr>
          <a:xfrm>
            <a:off x="2354028" y="3871343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Алгоритм 4</a:t>
            </a:r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E28831F3-1BEE-D34F-A150-0D66CF01C297}"/>
              </a:ext>
            </a:extLst>
          </p:cNvPr>
          <p:cNvCxnSpPr>
            <a:cxnSpLocks/>
          </p:cNvCxnSpPr>
          <p:nvPr/>
        </p:nvCxnSpPr>
        <p:spPr>
          <a:xfrm flipV="1">
            <a:off x="1351324" y="2048943"/>
            <a:ext cx="1002705" cy="66092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1B25104A-90F8-4E4D-A8B6-DC5E28E65D43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1452977" y="2606406"/>
            <a:ext cx="901464" cy="294317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97AAC572-EEBA-C641-8709-1807184A4E2E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1452977" y="3101946"/>
            <a:ext cx="901051" cy="284216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F97EDD4E-89AD-6F45-8D27-17013B51F102}"/>
              </a:ext>
            </a:extLst>
          </p:cNvPr>
          <p:cNvCxnSpPr>
            <a:cxnSpLocks/>
          </p:cNvCxnSpPr>
          <p:nvPr/>
        </p:nvCxnSpPr>
        <p:spPr>
          <a:xfrm>
            <a:off x="1373023" y="3238304"/>
            <a:ext cx="981006" cy="953348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66654640-1339-D04C-B22F-0DF60E91CE60}"/>
              </a:ext>
            </a:extLst>
          </p:cNvPr>
          <p:cNvCxnSpPr>
            <a:cxnSpLocks/>
          </p:cNvCxnSpPr>
          <p:nvPr/>
        </p:nvCxnSpPr>
        <p:spPr>
          <a:xfrm flipV="1">
            <a:off x="4088882" y="1851198"/>
            <a:ext cx="309839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42130495-911D-0549-AD80-AA2F0C98E1F6}"/>
              </a:ext>
            </a:extLst>
          </p:cNvPr>
          <p:cNvCxnSpPr>
            <a:cxnSpLocks/>
          </p:cNvCxnSpPr>
          <p:nvPr/>
        </p:nvCxnSpPr>
        <p:spPr>
          <a:xfrm flipV="1">
            <a:off x="4088882" y="2630954"/>
            <a:ext cx="309839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4B1F9AC3-FA32-A042-BB84-0FFA5623C22D}"/>
              </a:ext>
            </a:extLst>
          </p:cNvPr>
          <p:cNvCxnSpPr>
            <a:cxnSpLocks/>
          </p:cNvCxnSpPr>
          <p:nvPr/>
        </p:nvCxnSpPr>
        <p:spPr>
          <a:xfrm flipV="1">
            <a:off x="4088882" y="3386162"/>
            <a:ext cx="309839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DD490406-2440-3F4A-A98B-9AECF1811389}"/>
              </a:ext>
            </a:extLst>
          </p:cNvPr>
          <p:cNvCxnSpPr>
            <a:cxnSpLocks/>
          </p:cNvCxnSpPr>
          <p:nvPr/>
        </p:nvCxnSpPr>
        <p:spPr>
          <a:xfrm flipV="1">
            <a:off x="4086819" y="4191653"/>
            <a:ext cx="309839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Овал 48">
            <a:extLst>
              <a:ext uri="{FF2B5EF4-FFF2-40B4-BE49-F238E27FC236}">
                <a16:creationId xmlns:a16="http://schemas.microsoft.com/office/drawing/2014/main" id="{31563076-89B7-1342-95C7-C72058156DEC}"/>
              </a:ext>
            </a:extLst>
          </p:cNvPr>
          <p:cNvSpPr/>
          <p:nvPr/>
        </p:nvSpPr>
        <p:spPr>
          <a:xfrm>
            <a:off x="4530750" y="1700568"/>
            <a:ext cx="301260" cy="301260"/>
          </a:xfrm>
          <a:prstGeom prst="ellipse">
            <a:avLst/>
          </a:prstGeom>
          <a:solidFill>
            <a:srgbClr val="FF0000"/>
          </a:solidFill>
          <a:ln w="47625">
            <a:noFill/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0" name="Овал 49">
            <a:extLst>
              <a:ext uri="{FF2B5EF4-FFF2-40B4-BE49-F238E27FC236}">
                <a16:creationId xmlns:a16="http://schemas.microsoft.com/office/drawing/2014/main" id="{FF2AD323-9A99-874C-A3AA-7178600119B9}"/>
              </a:ext>
            </a:extLst>
          </p:cNvPr>
          <p:cNvSpPr/>
          <p:nvPr/>
        </p:nvSpPr>
        <p:spPr>
          <a:xfrm>
            <a:off x="4530750" y="3238304"/>
            <a:ext cx="301260" cy="301260"/>
          </a:xfrm>
          <a:prstGeom prst="ellipse">
            <a:avLst/>
          </a:prstGeom>
          <a:solidFill>
            <a:srgbClr val="FF0000"/>
          </a:solidFill>
          <a:ln w="47625">
            <a:noFill/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id="{C94BD977-767D-7C45-8AFB-4776547597D5}"/>
              </a:ext>
            </a:extLst>
          </p:cNvPr>
          <p:cNvSpPr/>
          <p:nvPr/>
        </p:nvSpPr>
        <p:spPr>
          <a:xfrm>
            <a:off x="4530750" y="2478425"/>
            <a:ext cx="301260" cy="301260"/>
          </a:xfrm>
          <a:prstGeom prst="ellipse">
            <a:avLst/>
          </a:prstGeom>
          <a:solidFill>
            <a:srgbClr val="FFC000"/>
          </a:solidFill>
          <a:ln w="47625">
            <a:noFill/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2" name="Овал 51">
            <a:extLst>
              <a:ext uri="{FF2B5EF4-FFF2-40B4-BE49-F238E27FC236}">
                <a16:creationId xmlns:a16="http://schemas.microsoft.com/office/drawing/2014/main" id="{8967924F-7438-9242-869E-468B00F04032}"/>
              </a:ext>
            </a:extLst>
          </p:cNvPr>
          <p:cNvSpPr/>
          <p:nvPr/>
        </p:nvSpPr>
        <p:spPr>
          <a:xfrm>
            <a:off x="4530750" y="4027294"/>
            <a:ext cx="301260" cy="301260"/>
          </a:xfrm>
          <a:prstGeom prst="ellipse">
            <a:avLst/>
          </a:prstGeom>
          <a:solidFill>
            <a:schemeClr val="tx2"/>
          </a:solidFill>
          <a:ln w="47625">
            <a:noFill/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F920F669-9C78-9E49-944A-83C5FB30E17D}"/>
              </a:ext>
            </a:extLst>
          </p:cNvPr>
          <p:cNvSpPr/>
          <p:nvPr/>
        </p:nvSpPr>
        <p:spPr>
          <a:xfrm>
            <a:off x="5402032" y="2670396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Алгоритм смешивания</a:t>
            </a:r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461F7133-E1F4-DB41-BA6F-62232550541A}"/>
              </a:ext>
            </a:extLst>
          </p:cNvPr>
          <p:cNvCxnSpPr>
            <a:cxnSpLocks/>
          </p:cNvCxnSpPr>
          <p:nvPr/>
        </p:nvCxnSpPr>
        <p:spPr>
          <a:xfrm>
            <a:off x="4988695" y="1841160"/>
            <a:ext cx="484356" cy="842965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4BBE1075-D977-DE4B-BD48-D1BD187BF32F}"/>
              </a:ext>
            </a:extLst>
          </p:cNvPr>
          <p:cNvCxnSpPr>
            <a:cxnSpLocks/>
          </p:cNvCxnSpPr>
          <p:nvPr/>
        </p:nvCxnSpPr>
        <p:spPr>
          <a:xfrm>
            <a:off x="5023558" y="2629055"/>
            <a:ext cx="378062" cy="15063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525828FC-4413-A543-99EC-94D1CA426794}"/>
              </a:ext>
            </a:extLst>
          </p:cNvPr>
          <p:cNvCxnSpPr>
            <a:cxnSpLocks/>
          </p:cNvCxnSpPr>
          <p:nvPr/>
        </p:nvCxnSpPr>
        <p:spPr>
          <a:xfrm flipV="1">
            <a:off x="5022749" y="3121404"/>
            <a:ext cx="378871" cy="264758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F33B1917-A864-B14D-B9D8-8069865F5B64}"/>
              </a:ext>
            </a:extLst>
          </p:cNvPr>
          <p:cNvCxnSpPr>
            <a:cxnSpLocks/>
          </p:cNvCxnSpPr>
          <p:nvPr/>
        </p:nvCxnSpPr>
        <p:spPr>
          <a:xfrm flipV="1">
            <a:off x="4964039" y="3238304"/>
            <a:ext cx="509012" cy="953348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ED23817C-2DEA-614A-BAA3-477880019D54}"/>
              </a:ext>
            </a:extLst>
          </p:cNvPr>
          <p:cNvCxnSpPr>
            <a:cxnSpLocks/>
          </p:cNvCxnSpPr>
          <p:nvPr/>
        </p:nvCxnSpPr>
        <p:spPr>
          <a:xfrm flipV="1">
            <a:off x="7134823" y="2962577"/>
            <a:ext cx="309839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Овал 40">
            <a:extLst>
              <a:ext uri="{FF2B5EF4-FFF2-40B4-BE49-F238E27FC236}">
                <a16:creationId xmlns:a16="http://schemas.microsoft.com/office/drawing/2014/main" id="{B0AFD970-D2E6-3242-BCBE-F643D4AD9DE2}"/>
              </a:ext>
            </a:extLst>
          </p:cNvPr>
          <p:cNvSpPr/>
          <p:nvPr/>
        </p:nvSpPr>
        <p:spPr>
          <a:xfrm>
            <a:off x="7554215" y="2814341"/>
            <a:ext cx="301260" cy="301260"/>
          </a:xfrm>
          <a:prstGeom prst="ellipse">
            <a:avLst/>
          </a:prstGeom>
          <a:solidFill>
            <a:srgbClr val="FF0000"/>
          </a:solidFill>
          <a:ln w="47625">
            <a:noFill/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</p:spTree>
    <p:extLst>
      <p:ext uri="{BB962C8B-B14F-4D97-AF65-F5344CB8AC3E}">
        <p14:creationId xmlns:p14="http://schemas.microsoft.com/office/powerpoint/2010/main" val="966405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Бустинг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6EE625B-2EDB-5042-AEA3-6E1C948C53E7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F1BCDE5F-3908-4C4F-9191-E7A3F0954CD4}"/>
              </a:ext>
            </a:extLst>
          </p:cNvPr>
          <p:cNvSpPr/>
          <p:nvPr/>
        </p:nvSpPr>
        <p:spPr>
          <a:xfrm>
            <a:off x="1037107" y="2424206"/>
            <a:ext cx="2114004" cy="1108986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A75F3441-3596-5649-BD10-CF11C6E473EF}"/>
              </a:ext>
            </a:extLst>
          </p:cNvPr>
          <p:cNvSpPr/>
          <p:nvPr/>
        </p:nvSpPr>
        <p:spPr>
          <a:xfrm>
            <a:off x="1349010" y="2675718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47B9FE6-77A6-BD4A-A679-1615BE407619}"/>
              </a:ext>
            </a:extLst>
          </p:cNvPr>
          <p:cNvSpPr/>
          <p:nvPr/>
        </p:nvSpPr>
        <p:spPr>
          <a:xfrm>
            <a:off x="2735242" y="2745029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1FDF0EC9-DB80-5342-A1FF-EE8BDF9F669F}"/>
              </a:ext>
            </a:extLst>
          </p:cNvPr>
          <p:cNvSpPr/>
          <p:nvPr/>
        </p:nvSpPr>
        <p:spPr>
          <a:xfrm>
            <a:off x="2007470" y="3368834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AA00AA8F-BBBE-2E4C-8FE5-93EE0066F018}"/>
              </a:ext>
            </a:extLst>
          </p:cNvPr>
          <p:cNvSpPr/>
          <p:nvPr/>
        </p:nvSpPr>
        <p:spPr>
          <a:xfrm>
            <a:off x="1938159" y="2710373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D687E0A6-929E-644E-BCB2-7A721C796FC1}"/>
              </a:ext>
            </a:extLst>
          </p:cNvPr>
          <p:cNvSpPr/>
          <p:nvPr/>
        </p:nvSpPr>
        <p:spPr>
          <a:xfrm>
            <a:off x="1522289" y="3022276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C767776-199D-FE48-8E49-47FBBB752EAE}"/>
              </a:ext>
            </a:extLst>
          </p:cNvPr>
          <p:cNvSpPr/>
          <p:nvPr/>
        </p:nvSpPr>
        <p:spPr>
          <a:xfrm>
            <a:off x="2284717" y="3056932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65AA6027-7A1C-A44C-AB9D-52E30A985E4D}"/>
              </a:ext>
            </a:extLst>
          </p:cNvPr>
          <p:cNvSpPr/>
          <p:nvPr/>
        </p:nvSpPr>
        <p:spPr>
          <a:xfrm>
            <a:off x="1626256" y="2814341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45F2D113-C907-084E-8D97-CEEA96904C44}"/>
              </a:ext>
            </a:extLst>
          </p:cNvPr>
          <p:cNvSpPr/>
          <p:nvPr/>
        </p:nvSpPr>
        <p:spPr>
          <a:xfrm>
            <a:off x="2596619" y="2987620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829CF0FA-D2C4-CA44-B40A-D6D40BED8240}"/>
              </a:ext>
            </a:extLst>
          </p:cNvPr>
          <p:cNvSpPr/>
          <p:nvPr/>
        </p:nvSpPr>
        <p:spPr>
          <a:xfrm>
            <a:off x="1764879" y="3160899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5916124-024E-D54F-9FD2-EA378E63AD7E}"/>
              </a:ext>
            </a:extLst>
          </p:cNvPr>
          <p:cNvSpPr/>
          <p:nvPr/>
        </p:nvSpPr>
        <p:spPr>
          <a:xfrm>
            <a:off x="1938159" y="2502439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B502CC81-7EB2-554C-9313-AED3714AB1F0}"/>
              </a:ext>
            </a:extLst>
          </p:cNvPr>
          <p:cNvSpPr/>
          <p:nvPr/>
        </p:nvSpPr>
        <p:spPr>
          <a:xfrm>
            <a:off x="1175731" y="2883653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04F1758B-A18D-8243-80E0-6B9D777764FF}"/>
              </a:ext>
            </a:extLst>
          </p:cNvPr>
          <p:cNvSpPr/>
          <p:nvPr/>
        </p:nvSpPr>
        <p:spPr>
          <a:xfrm>
            <a:off x="2319372" y="2537094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98AF44AA-99F7-4845-8613-FFB309D851CB}"/>
              </a:ext>
            </a:extLst>
          </p:cNvPr>
          <p:cNvSpPr/>
          <p:nvPr/>
        </p:nvSpPr>
        <p:spPr>
          <a:xfrm>
            <a:off x="2457996" y="2779685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878E6256-C175-E140-AC8E-01D179B792C3}"/>
              </a:ext>
            </a:extLst>
          </p:cNvPr>
          <p:cNvSpPr/>
          <p:nvPr/>
        </p:nvSpPr>
        <p:spPr>
          <a:xfrm>
            <a:off x="2457996" y="3230211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13233400-1611-A347-80BE-D13A6C0BEF60}"/>
              </a:ext>
            </a:extLst>
          </p:cNvPr>
          <p:cNvSpPr/>
          <p:nvPr/>
        </p:nvSpPr>
        <p:spPr>
          <a:xfrm>
            <a:off x="2042126" y="2918308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A4CB51D0-237A-0A42-9F57-B8F33D3BC6F0}"/>
              </a:ext>
            </a:extLst>
          </p:cNvPr>
          <p:cNvSpPr/>
          <p:nvPr/>
        </p:nvSpPr>
        <p:spPr>
          <a:xfrm>
            <a:off x="2839210" y="2987620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415F7903-BF29-1441-A79B-91FE1CAD5E6B}"/>
              </a:ext>
            </a:extLst>
          </p:cNvPr>
          <p:cNvSpPr/>
          <p:nvPr/>
        </p:nvSpPr>
        <p:spPr>
          <a:xfrm>
            <a:off x="1626256" y="2606406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CF4D4030-B22C-5F4A-80C1-3FC7D747464A}"/>
              </a:ext>
            </a:extLst>
          </p:cNvPr>
          <p:cNvSpPr/>
          <p:nvPr/>
        </p:nvSpPr>
        <p:spPr>
          <a:xfrm>
            <a:off x="1591600" y="3230211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995905AC-3117-7E46-96CC-EC681001FA7F}"/>
              </a:ext>
            </a:extLst>
          </p:cNvPr>
          <p:cNvSpPr/>
          <p:nvPr/>
        </p:nvSpPr>
        <p:spPr>
          <a:xfrm>
            <a:off x="1418321" y="2848997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543A42C1-7CC7-3A4C-A042-AB48F8BA533B}"/>
              </a:ext>
            </a:extLst>
          </p:cNvPr>
          <p:cNvSpPr/>
          <p:nvPr/>
        </p:nvSpPr>
        <p:spPr>
          <a:xfrm>
            <a:off x="1834191" y="2918308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C43E7B60-2478-5040-8A38-61EC4C68885B}"/>
              </a:ext>
            </a:extLst>
          </p:cNvPr>
          <p:cNvSpPr/>
          <p:nvPr/>
        </p:nvSpPr>
        <p:spPr>
          <a:xfrm>
            <a:off x="2042126" y="3126243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01046434-2FD3-A24F-97CB-BA9DEBA6555D}"/>
              </a:ext>
            </a:extLst>
          </p:cNvPr>
          <p:cNvSpPr/>
          <p:nvPr/>
        </p:nvSpPr>
        <p:spPr>
          <a:xfrm>
            <a:off x="2284717" y="2883653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80BC826E-7263-E842-BF26-146963D0980C}"/>
              </a:ext>
            </a:extLst>
          </p:cNvPr>
          <p:cNvSpPr/>
          <p:nvPr/>
        </p:nvSpPr>
        <p:spPr>
          <a:xfrm>
            <a:off x="1210387" y="3056932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D83E4237-29E0-424A-86DA-8C470AF165D9}"/>
              </a:ext>
            </a:extLst>
          </p:cNvPr>
          <p:cNvSpPr/>
          <p:nvPr/>
        </p:nvSpPr>
        <p:spPr>
          <a:xfrm>
            <a:off x="2527307" y="2571750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7D82F500-EC2C-7D42-B194-52D2BBD97200}"/>
              </a:ext>
            </a:extLst>
          </p:cNvPr>
          <p:cNvSpPr/>
          <p:nvPr/>
        </p:nvSpPr>
        <p:spPr>
          <a:xfrm>
            <a:off x="2146093" y="2675718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19E6A2AC-FBD3-A644-8C07-21A7A5B9484F}"/>
              </a:ext>
            </a:extLst>
          </p:cNvPr>
          <p:cNvSpPr/>
          <p:nvPr/>
        </p:nvSpPr>
        <p:spPr>
          <a:xfrm>
            <a:off x="2665931" y="3160899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8BA5B2F-6A0A-7D48-AC40-A3FBAB919BFE}"/>
              </a:ext>
            </a:extLst>
          </p:cNvPr>
          <p:cNvSpPr/>
          <p:nvPr/>
        </p:nvSpPr>
        <p:spPr>
          <a:xfrm>
            <a:off x="3844640" y="1532076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Модель 1</a:t>
            </a:r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4A7E3B06-02A8-7542-84AF-87708F2F08B0}"/>
              </a:ext>
            </a:extLst>
          </p:cNvPr>
          <p:cNvSpPr/>
          <p:nvPr/>
        </p:nvSpPr>
        <p:spPr>
          <a:xfrm>
            <a:off x="2215405" y="3264866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E28831F3-1BEE-D34F-A150-0D66CF01C297}"/>
              </a:ext>
            </a:extLst>
          </p:cNvPr>
          <p:cNvCxnSpPr>
            <a:cxnSpLocks/>
            <a:stCxn id="2" idx="7"/>
          </p:cNvCxnSpPr>
          <p:nvPr/>
        </p:nvCxnSpPr>
        <p:spPr>
          <a:xfrm flipV="1">
            <a:off x="2841523" y="2048943"/>
            <a:ext cx="1002705" cy="53767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218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Бустинг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6EE625B-2EDB-5042-AEA3-6E1C948C53E7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F1BCDE5F-3908-4C4F-9191-E7A3F0954CD4}"/>
              </a:ext>
            </a:extLst>
          </p:cNvPr>
          <p:cNvSpPr/>
          <p:nvPr/>
        </p:nvSpPr>
        <p:spPr>
          <a:xfrm>
            <a:off x="1037107" y="2424206"/>
            <a:ext cx="2114004" cy="1108986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A75F3441-3596-5649-BD10-CF11C6E473EF}"/>
              </a:ext>
            </a:extLst>
          </p:cNvPr>
          <p:cNvSpPr/>
          <p:nvPr/>
        </p:nvSpPr>
        <p:spPr>
          <a:xfrm>
            <a:off x="1349010" y="2675718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47B9FE6-77A6-BD4A-A679-1615BE407619}"/>
              </a:ext>
            </a:extLst>
          </p:cNvPr>
          <p:cNvSpPr/>
          <p:nvPr/>
        </p:nvSpPr>
        <p:spPr>
          <a:xfrm>
            <a:off x="2735242" y="2745029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1FDF0EC9-DB80-5342-A1FF-EE8BDF9F669F}"/>
              </a:ext>
            </a:extLst>
          </p:cNvPr>
          <p:cNvSpPr/>
          <p:nvPr/>
        </p:nvSpPr>
        <p:spPr>
          <a:xfrm>
            <a:off x="2007470" y="3368834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AA00AA8F-BBBE-2E4C-8FE5-93EE0066F018}"/>
              </a:ext>
            </a:extLst>
          </p:cNvPr>
          <p:cNvSpPr/>
          <p:nvPr/>
        </p:nvSpPr>
        <p:spPr>
          <a:xfrm>
            <a:off x="1938159" y="2710373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D687E0A6-929E-644E-BCB2-7A721C796FC1}"/>
              </a:ext>
            </a:extLst>
          </p:cNvPr>
          <p:cNvSpPr/>
          <p:nvPr/>
        </p:nvSpPr>
        <p:spPr>
          <a:xfrm>
            <a:off x="1522289" y="3022276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C767776-199D-FE48-8E49-47FBBB752EAE}"/>
              </a:ext>
            </a:extLst>
          </p:cNvPr>
          <p:cNvSpPr/>
          <p:nvPr/>
        </p:nvSpPr>
        <p:spPr>
          <a:xfrm>
            <a:off x="2284717" y="3056932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65AA6027-7A1C-A44C-AB9D-52E30A985E4D}"/>
              </a:ext>
            </a:extLst>
          </p:cNvPr>
          <p:cNvSpPr/>
          <p:nvPr/>
        </p:nvSpPr>
        <p:spPr>
          <a:xfrm>
            <a:off x="1626256" y="2814341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45F2D113-C907-084E-8D97-CEEA96904C44}"/>
              </a:ext>
            </a:extLst>
          </p:cNvPr>
          <p:cNvSpPr/>
          <p:nvPr/>
        </p:nvSpPr>
        <p:spPr>
          <a:xfrm>
            <a:off x="2596619" y="2987620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829CF0FA-D2C4-CA44-B40A-D6D40BED8240}"/>
              </a:ext>
            </a:extLst>
          </p:cNvPr>
          <p:cNvSpPr/>
          <p:nvPr/>
        </p:nvSpPr>
        <p:spPr>
          <a:xfrm>
            <a:off x="1764879" y="3160899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5916124-024E-D54F-9FD2-EA378E63AD7E}"/>
              </a:ext>
            </a:extLst>
          </p:cNvPr>
          <p:cNvSpPr/>
          <p:nvPr/>
        </p:nvSpPr>
        <p:spPr>
          <a:xfrm>
            <a:off x="1938159" y="2502439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B502CC81-7EB2-554C-9313-AED3714AB1F0}"/>
              </a:ext>
            </a:extLst>
          </p:cNvPr>
          <p:cNvSpPr/>
          <p:nvPr/>
        </p:nvSpPr>
        <p:spPr>
          <a:xfrm>
            <a:off x="1175731" y="2883653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04F1758B-A18D-8243-80E0-6B9D777764FF}"/>
              </a:ext>
            </a:extLst>
          </p:cNvPr>
          <p:cNvSpPr/>
          <p:nvPr/>
        </p:nvSpPr>
        <p:spPr>
          <a:xfrm>
            <a:off x="2319372" y="2537094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98AF44AA-99F7-4845-8613-FFB309D851CB}"/>
              </a:ext>
            </a:extLst>
          </p:cNvPr>
          <p:cNvSpPr/>
          <p:nvPr/>
        </p:nvSpPr>
        <p:spPr>
          <a:xfrm>
            <a:off x="2457996" y="2779685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878E6256-C175-E140-AC8E-01D179B792C3}"/>
              </a:ext>
            </a:extLst>
          </p:cNvPr>
          <p:cNvSpPr/>
          <p:nvPr/>
        </p:nvSpPr>
        <p:spPr>
          <a:xfrm>
            <a:off x="2457996" y="3230211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13233400-1611-A347-80BE-D13A6C0BEF60}"/>
              </a:ext>
            </a:extLst>
          </p:cNvPr>
          <p:cNvSpPr/>
          <p:nvPr/>
        </p:nvSpPr>
        <p:spPr>
          <a:xfrm>
            <a:off x="2042126" y="2918308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A4CB51D0-237A-0A42-9F57-B8F33D3BC6F0}"/>
              </a:ext>
            </a:extLst>
          </p:cNvPr>
          <p:cNvSpPr/>
          <p:nvPr/>
        </p:nvSpPr>
        <p:spPr>
          <a:xfrm>
            <a:off x="2839210" y="2987620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415F7903-BF29-1441-A79B-91FE1CAD5E6B}"/>
              </a:ext>
            </a:extLst>
          </p:cNvPr>
          <p:cNvSpPr/>
          <p:nvPr/>
        </p:nvSpPr>
        <p:spPr>
          <a:xfrm>
            <a:off x="1626256" y="2606406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CF4D4030-B22C-5F4A-80C1-3FC7D747464A}"/>
              </a:ext>
            </a:extLst>
          </p:cNvPr>
          <p:cNvSpPr/>
          <p:nvPr/>
        </p:nvSpPr>
        <p:spPr>
          <a:xfrm>
            <a:off x="1591600" y="3230211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995905AC-3117-7E46-96CC-EC681001FA7F}"/>
              </a:ext>
            </a:extLst>
          </p:cNvPr>
          <p:cNvSpPr/>
          <p:nvPr/>
        </p:nvSpPr>
        <p:spPr>
          <a:xfrm>
            <a:off x="1418321" y="2848997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543A42C1-7CC7-3A4C-A042-AB48F8BA533B}"/>
              </a:ext>
            </a:extLst>
          </p:cNvPr>
          <p:cNvSpPr/>
          <p:nvPr/>
        </p:nvSpPr>
        <p:spPr>
          <a:xfrm>
            <a:off x="1834191" y="2918308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C43E7B60-2478-5040-8A38-61EC4C68885B}"/>
              </a:ext>
            </a:extLst>
          </p:cNvPr>
          <p:cNvSpPr/>
          <p:nvPr/>
        </p:nvSpPr>
        <p:spPr>
          <a:xfrm>
            <a:off x="2042126" y="3126243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01046434-2FD3-A24F-97CB-BA9DEBA6555D}"/>
              </a:ext>
            </a:extLst>
          </p:cNvPr>
          <p:cNvSpPr/>
          <p:nvPr/>
        </p:nvSpPr>
        <p:spPr>
          <a:xfrm>
            <a:off x="2284717" y="2883653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80BC826E-7263-E842-BF26-146963D0980C}"/>
              </a:ext>
            </a:extLst>
          </p:cNvPr>
          <p:cNvSpPr/>
          <p:nvPr/>
        </p:nvSpPr>
        <p:spPr>
          <a:xfrm>
            <a:off x="1210387" y="3056932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D83E4237-29E0-424A-86DA-8C470AF165D9}"/>
              </a:ext>
            </a:extLst>
          </p:cNvPr>
          <p:cNvSpPr/>
          <p:nvPr/>
        </p:nvSpPr>
        <p:spPr>
          <a:xfrm>
            <a:off x="2527307" y="2571750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7D82F500-EC2C-7D42-B194-52D2BBD97200}"/>
              </a:ext>
            </a:extLst>
          </p:cNvPr>
          <p:cNvSpPr/>
          <p:nvPr/>
        </p:nvSpPr>
        <p:spPr>
          <a:xfrm>
            <a:off x="2146093" y="2675718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19E6A2AC-FBD3-A644-8C07-21A7A5B9484F}"/>
              </a:ext>
            </a:extLst>
          </p:cNvPr>
          <p:cNvSpPr/>
          <p:nvPr/>
        </p:nvSpPr>
        <p:spPr>
          <a:xfrm>
            <a:off x="2665931" y="3160899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8BA5B2F-6A0A-7D48-AC40-A3FBAB919BFE}"/>
              </a:ext>
            </a:extLst>
          </p:cNvPr>
          <p:cNvSpPr/>
          <p:nvPr/>
        </p:nvSpPr>
        <p:spPr>
          <a:xfrm>
            <a:off x="3844640" y="1532076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Модель 1</a:t>
            </a:r>
          </a:p>
        </p:txBody>
      </p:sp>
      <p:sp>
        <p:nvSpPr>
          <p:cNvPr id="34" name="Скругленный прямоугольник 33">
            <a:extLst>
              <a:ext uri="{FF2B5EF4-FFF2-40B4-BE49-F238E27FC236}">
                <a16:creationId xmlns:a16="http://schemas.microsoft.com/office/drawing/2014/main" id="{BD3AAC52-3515-6E47-8175-A2165DC990B8}"/>
              </a:ext>
            </a:extLst>
          </p:cNvPr>
          <p:cNvSpPr/>
          <p:nvPr/>
        </p:nvSpPr>
        <p:spPr>
          <a:xfrm>
            <a:off x="3844640" y="2311831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Модель 2</a:t>
            </a:r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4A7E3B06-02A8-7542-84AF-87708F2F08B0}"/>
              </a:ext>
            </a:extLst>
          </p:cNvPr>
          <p:cNvSpPr/>
          <p:nvPr/>
        </p:nvSpPr>
        <p:spPr>
          <a:xfrm>
            <a:off x="2215405" y="3264866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E28831F3-1BEE-D34F-A150-0D66CF01C297}"/>
              </a:ext>
            </a:extLst>
          </p:cNvPr>
          <p:cNvCxnSpPr>
            <a:cxnSpLocks/>
            <a:stCxn id="2" idx="7"/>
          </p:cNvCxnSpPr>
          <p:nvPr/>
        </p:nvCxnSpPr>
        <p:spPr>
          <a:xfrm flipV="1">
            <a:off x="2841523" y="2048943"/>
            <a:ext cx="1002705" cy="53767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1B25104A-90F8-4E4D-A8B6-DC5E28E65D43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3082751" y="2606406"/>
            <a:ext cx="761890" cy="155951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>
            <a:extLst>
              <a:ext uri="{FF2B5EF4-FFF2-40B4-BE49-F238E27FC236}">
                <a16:creationId xmlns:a16="http://schemas.microsoft.com/office/drawing/2014/main" id="{DDF18A60-9739-7B44-A790-A4764BBE2030}"/>
              </a:ext>
            </a:extLst>
          </p:cNvPr>
          <p:cNvCxnSpPr>
            <a:cxnSpLocks/>
          </p:cNvCxnSpPr>
          <p:nvPr/>
        </p:nvCxnSpPr>
        <p:spPr>
          <a:xfrm>
            <a:off x="4675967" y="2121224"/>
            <a:ext cx="0" cy="190607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93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Бустинг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6EE625B-2EDB-5042-AEA3-6E1C948C53E7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F1BCDE5F-3908-4C4F-9191-E7A3F0954CD4}"/>
              </a:ext>
            </a:extLst>
          </p:cNvPr>
          <p:cNvSpPr/>
          <p:nvPr/>
        </p:nvSpPr>
        <p:spPr>
          <a:xfrm>
            <a:off x="1037107" y="2424206"/>
            <a:ext cx="2114004" cy="1108986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A75F3441-3596-5649-BD10-CF11C6E473EF}"/>
              </a:ext>
            </a:extLst>
          </p:cNvPr>
          <p:cNvSpPr/>
          <p:nvPr/>
        </p:nvSpPr>
        <p:spPr>
          <a:xfrm>
            <a:off x="1349010" y="2675718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47B9FE6-77A6-BD4A-A679-1615BE407619}"/>
              </a:ext>
            </a:extLst>
          </p:cNvPr>
          <p:cNvSpPr/>
          <p:nvPr/>
        </p:nvSpPr>
        <p:spPr>
          <a:xfrm>
            <a:off x="2735242" y="2745029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1FDF0EC9-DB80-5342-A1FF-EE8BDF9F669F}"/>
              </a:ext>
            </a:extLst>
          </p:cNvPr>
          <p:cNvSpPr/>
          <p:nvPr/>
        </p:nvSpPr>
        <p:spPr>
          <a:xfrm>
            <a:off x="2007470" y="3368834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AA00AA8F-BBBE-2E4C-8FE5-93EE0066F018}"/>
              </a:ext>
            </a:extLst>
          </p:cNvPr>
          <p:cNvSpPr/>
          <p:nvPr/>
        </p:nvSpPr>
        <p:spPr>
          <a:xfrm>
            <a:off x="1938159" y="2710373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D687E0A6-929E-644E-BCB2-7A721C796FC1}"/>
              </a:ext>
            </a:extLst>
          </p:cNvPr>
          <p:cNvSpPr/>
          <p:nvPr/>
        </p:nvSpPr>
        <p:spPr>
          <a:xfrm>
            <a:off x="1522289" y="3022276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C767776-199D-FE48-8E49-47FBBB752EAE}"/>
              </a:ext>
            </a:extLst>
          </p:cNvPr>
          <p:cNvSpPr/>
          <p:nvPr/>
        </p:nvSpPr>
        <p:spPr>
          <a:xfrm>
            <a:off x="2284717" y="3056932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65AA6027-7A1C-A44C-AB9D-52E30A985E4D}"/>
              </a:ext>
            </a:extLst>
          </p:cNvPr>
          <p:cNvSpPr/>
          <p:nvPr/>
        </p:nvSpPr>
        <p:spPr>
          <a:xfrm>
            <a:off x="1626256" y="2814341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45F2D113-C907-084E-8D97-CEEA96904C44}"/>
              </a:ext>
            </a:extLst>
          </p:cNvPr>
          <p:cNvSpPr/>
          <p:nvPr/>
        </p:nvSpPr>
        <p:spPr>
          <a:xfrm>
            <a:off x="2596619" y="2987620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829CF0FA-D2C4-CA44-B40A-D6D40BED8240}"/>
              </a:ext>
            </a:extLst>
          </p:cNvPr>
          <p:cNvSpPr/>
          <p:nvPr/>
        </p:nvSpPr>
        <p:spPr>
          <a:xfrm>
            <a:off x="1764879" y="3160899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5916124-024E-D54F-9FD2-EA378E63AD7E}"/>
              </a:ext>
            </a:extLst>
          </p:cNvPr>
          <p:cNvSpPr/>
          <p:nvPr/>
        </p:nvSpPr>
        <p:spPr>
          <a:xfrm>
            <a:off x="1938159" y="2502439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B502CC81-7EB2-554C-9313-AED3714AB1F0}"/>
              </a:ext>
            </a:extLst>
          </p:cNvPr>
          <p:cNvSpPr/>
          <p:nvPr/>
        </p:nvSpPr>
        <p:spPr>
          <a:xfrm>
            <a:off x="1175731" y="2883653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04F1758B-A18D-8243-80E0-6B9D777764FF}"/>
              </a:ext>
            </a:extLst>
          </p:cNvPr>
          <p:cNvSpPr/>
          <p:nvPr/>
        </p:nvSpPr>
        <p:spPr>
          <a:xfrm>
            <a:off x="2319372" y="2537094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98AF44AA-99F7-4845-8613-FFB309D851CB}"/>
              </a:ext>
            </a:extLst>
          </p:cNvPr>
          <p:cNvSpPr/>
          <p:nvPr/>
        </p:nvSpPr>
        <p:spPr>
          <a:xfrm>
            <a:off x="2457996" y="2779685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878E6256-C175-E140-AC8E-01D179B792C3}"/>
              </a:ext>
            </a:extLst>
          </p:cNvPr>
          <p:cNvSpPr/>
          <p:nvPr/>
        </p:nvSpPr>
        <p:spPr>
          <a:xfrm>
            <a:off x="2457996" y="3230211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13233400-1611-A347-80BE-D13A6C0BEF60}"/>
              </a:ext>
            </a:extLst>
          </p:cNvPr>
          <p:cNvSpPr/>
          <p:nvPr/>
        </p:nvSpPr>
        <p:spPr>
          <a:xfrm>
            <a:off x="2042126" y="2918308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A4CB51D0-237A-0A42-9F57-B8F33D3BC6F0}"/>
              </a:ext>
            </a:extLst>
          </p:cNvPr>
          <p:cNvSpPr/>
          <p:nvPr/>
        </p:nvSpPr>
        <p:spPr>
          <a:xfrm>
            <a:off x="2839210" y="2987620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415F7903-BF29-1441-A79B-91FE1CAD5E6B}"/>
              </a:ext>
            </a:extLst>
          </p:cNvPr>
          <p:cNvSpPr/>
          <p:nvPr/>
        </p:nvSpPr>
        <p:spPr>
          <a:xfrm>
            <a:off x="1626256" y="2606406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CF4D4030-B22C-5F4A-80C1-3FC7D747464A}"/>
              </a:ext>
            </a:extLst>
          </p:cNvPr>
          <p:cNvSpPr/>
          <p:nvPr/>
        </p:nvSpPr>
        <p:spPr>
          <a:xfrm>
            <a:off x="1591600" y="3230211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995905AC-3117-7E46-96CC-EC681001FA7F}"/>
              </a:ext>
            </a:extLst>
          </p:cNvPr>
          <p:cNvSpPr/>
          <p:nvPr/>
        </p:nvSpPr>
        <p:spPr>
          <a:xfrm>
            <a:off x="1418321" y="2848997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543A42C1-7CC7-3A4C-A042-AB48F8BA533B}"/>
              </a:ext>
            </a:extLst>
          </p:cNvPr>
          <p:cNvSpPr/>
          <p:nvPr/>
        </p:nvSpPr>
        <p:spPr>
          <a:xfrm>
            <a:off x="1834191" y="2918308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C43E7B60-2478-5040-8A38-61EC4C68885B}"/>
              </a:ext>
            </a:extLst>
          </p:cNvPr>
          <p:cNvSpPr/>
          <p:nvPr/>
        </p:nvSpPr>
        <p:spPr>
          <a:xfrm>
            <a:off x="2042126" y="3126243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01046434-2FD3-A24F-97CB-BA9DEBA6555D}"/>
              </a:ext>
            </a:extLst>
          </p:cNvPr>
          <p:cNvSpPr/>
          <p:nvPr/>
        </p:nvSpPr>
        <p:spPr>
          <a:xfrm>
            <a:off x="2284717" y="2883653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80BC826E-7263-E842-BF26-146963D0980C}"/>
              </a:ext>
            </a:extLst>
          </p:cNvPr>
          <p:cNvSpPr/>
          <p:nvPr/>
        </p:nvSpPr>
        <p:spPr>
          <a:xfrm>
            <a:off x="1210387" y="3056932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D83E4237-29E0-424A-86DA-8C470AF165D9}"/>
              </a:ext>
            </a:extLst>
          </p:cNvPr>
          <p:cNvSpPr/>
          <p:nvPr/>
        </p:nvSpPr>
        <p:spPr>
          <a:xfrm>
            <a:off x="2527307" y="2571750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7D82F500-EC2C-7D42-B194-52D2BBD97200}"/>
              </a:ext>
            </a:extLst>
          </p:cNvPr>
          <p:cNvSpPr/>
          <p:nvPr/>
        </p:nvSpPr>
        <p:spPr>
          <a:xfrm>
            <a:off x="2146093" y="2675718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19E6A2AC-FBD3-A644-8C07-21A7A5B9484F}"/>
              </a:ext>
            </a:extLst>
          </p:cNvPr>
          <p:cNvSpPr/>
          <p:nvPr/>
        </p:nvSpPr>
        <p:spPr>
          <a:xfrm>
            <a:off x="2665931" y="3160899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8BA5B2F-6A0A-7D48-AC40-A3FBAB919BFE}"/>
              </a:ext>
            </a:extLst>
          </p:cNvPr>
          <p:cNvSpPr/>
          <p:nvPr/>
        </p:nvSpPr>
        <p:spPr>
          <a:xfrm>
            <a:off x="3844640" y="1532076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Модель 1</a:t>
            </a:r>
          </a:p>
        </p:txBody>
      </p:sp>
      <p:sp>
        <p:nvSpPr>
          <p:cNvPr id="34" name="Скругленный прямоугольник 33">
            <a:extLst>
              <a:ext uri="{FF2B5EF4-FFF2-40B4-BE49-F238E27FC236}">
                <a16:creationId xmlns:a16="http://schemas.microsoft.com/office/drawing/2014/main" id="{BD3AAC52-3515-6E47-8175-A2165DC990B8}"/>
              </a:ext>
            </a:extLst>
          </p:cNvPr>
          <p:cNvSpPr/>
          <p:nvPr/>
        </p:nvSpPr>
        <p:spPr>
          <a:xfrm>
            <a:off x="3844640" y="2311831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Модель 2</a:t>
            </a:r>
          </a:p>
        </p:txBody>
      </p:sp>
      <p:sp>
        <p:nvSpPr>
          <p:cNvPr id="35" name="Скругленный прямоугольник 34">
            <a:extLst>
              <a:ext uri="{FF2B5EF4-FFF2-40B4-BE49-F238E27FC236}">
                <a16:creationId xmlns:a16="http://schemas.microsoft.com/office/drawing/2014/main" id="{E40AB4C8-DF29-1A42-9F87-D6ACB1AB5403}"/>
              </a:ext>
            </a:extLst>
          </p:cNvPr>
          <p:cNvSpPr/>
          <p:nvPr/>
        </p:nvSpPr>
        <p:spPr>
          <a:xfrm>
            <a:off x="3844228" y="3091587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Модель 3</a:t>
            </a:r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4A7E3B06-02A8-7542-84AF-87708F2F08B0}"/>
              </a:ext>
            </a:extLst>
          </p:cNvPr>
          <p:cNvSpPr/>
          <p:nvPr/>
        </p:nvSpPr>
        <p:spPr>
          <a:xfrm>
            <a:off x="2215405" y="3264866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E28831F3-1BEE-D34F-A150-0D66CF01C297}"/>
              </a:ext>
            </a:extLst>
          </p:cNvPr>
          <p:cNvCxnSpPr>
            <a:cxnSpLocks/>
            <a:stCxn id="2" idx="7"/>
          </p:cNvCxnSpPr>
          <p:nvPr/>
        </p:nvCxnSpPr>
        <p:spPr>
          <a:xfrm flipV="1">
            <a:off x="2841523" y="2048943"/>
            <a:ext cx="1002705" cy="53767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1B25104A-90F8-4E4D-A8B6-DC5E28E65D43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3082751" y="2606406"/>
            <a:ext cx="761890" cy="155951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97AAC572-EEBA-C641-8709-1807184A4E2E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3064060" y="3202785"/>
            <a:ext cx="780168" cy="183377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>
            <a:extLst>
              <a:ext uri="{FF2B5EF4-FFF2-40B4-BE49-F238E27FC236}">
                <a16:creationId xmlns:a16="http://schemas.microsoft.com/office/drawing/2014/main" id="{DDF18A60-9739-7B44-A790-A4764BBE2030}"/>
              </a:ext>
            </a:extLst>
          </p:cNvPr>
          <p:cNvCxnSpPr>
            <a:cxnSpLocks/>
          </p:cNvCxnSpPr>
          <p:nvPr/>
        </p:nvCxnSpPr>
        <p:spPr>
          <a:xfrm>
            <a:off x="4675967" y="2121224"/>
            <a:ext cx="0" cy="190607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32B64F15-C287-3349-B9F7-5276F1FF389F}"/>
              </a:ext>
            </a:extLst>
          </p:cNvPr>
          <p:cNvCxnSpPr>
            <a:cxnSpLocks/>
          </p:cNvCxnSpPr>
          <p:nvPr/>
        </p:nvCxnSpPr>
        <p:spPr>
          <a:xfrm>
            <a:off x="4675967" y="2900980"/>
            <a:ext cx="0" cy="190607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5079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Бустинг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6EE625B-2EDB-5042-AEA3-6E1C948C53E7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F1BCDE5F-3908-4C4F-9191-E7A3F0954CD4}"/>
              </a:ext>
            </a:extLst>
          </p:cNvPr>
          <p:cNvSpPr/>
          <p:nvPr/>
        </p:nvSpPr>
        <p:spPr>
          <a:xfrm>
            <a:off x="1037107" y="2424206"/>
            <a:ext cx="2114004" cy="1108986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A75F3441-3596-5649-BD10-CF11C6E473EF}"/>
              </a:ext>
            </a:extLst>
          </p:cNvPr>
          <p:cNvSpPr/>
          <p:nvPr/>
        </p:nvSpPr>
        <p:spPr>
          <a:xfrm>
            <a:off x="1349010" y="2675718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47B9FE6-77A6-BD4A-A679-1615BE407619}"/>
              </a:ext>
            </a:extLst>
          </p:cNvPr>
          <p:cNvSpPr/>
          <p:nvPr/>
        </p:nvSpPr>
        <p:spPr>
          <a:xfrm>
            <a:off x="2735242" y="2745029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1FDF0EC9-DB80-5342-A1FF-EE8BDF9F669F}"/>
              </a:ext>
            </a:extLst>
          </p:cNvPr>
          <p:cNvSpPr/>
          <p:nvPr/>
        </p:nvSpPr>
        <p:spPr>
          <a:xfrm>
            <a:off x="2007470" y="3368834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AA00AA8F-BBBE-2E4C-8FE5-93EE0066F018}"/>
              </a:ext>
            </a:extLst>
          </p:cNvPr>
          <p:cNvSpPr/>
          <p:nvPr/>
        </p:nvSpPr>
        <p:spPr>
          <a:xfrm>
            <a:off x="1938159" y="2710373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D687E0A6-929E-644E-BCB2-7A721C796FC1}"/>
              </a:ext>
            </a:extLst>
          </p:cNvPr>
          <p:cNvSpPr/>
          <p:nvPr/>
        </p:nvSpPr>
        <p:spPr>
          <a:xfrm>
            <a:off x="1522289" y="3022276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C767776-199D-FE48-8E49-47FBBB752EAE}"/>
              </a:ext>
            </a:extLst>
          </p:cNvPr>
          <p:cNvSpPr/>
          <p:nvPr/>
        </p:nvSpPr>
        <p:spPr>
          <a:xfrm>
            <a:off x="2284717" y="3056932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65AA6027-7A1C-A44C-AB9D-52E30A985E4D}"/>
              </a:ext>
            </a:extLst>
          </p:cNvPr>
          <p:cNvSpPr/>
          <p:nvPr/>
        </p:nvSpPr>
        <p:spPr>
          <a:xfrm>
            <a:off x="1626256" y="2814341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45F2D113-C907-084E-8D97-CEEA96904C44}"/>
              </a:ext>
            </a:extLst>
          </p:cNvPr>
          <p:cNvSpPr/>
          <p:nvPr/>
        </p:nvSpPr>
        <p:spPr>
          <a:xfrm>
            <a:off x="2596619" y="2987620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829CF0FA-D2C4-CA44-B40A-D6D40BED8240}"/>
              </a:ext>
            </a:extLst>
          </p:cNvPr>
          <p:cNvSpPr/>
          <p:nvPr/>
        </p:nvSpPr>
        <p:spPr>
          <a:xfrm>
            <a:off x="1764879" y="3160899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5916124-024E-D54F-9FD2-EA378E63AD7E}"/>
              </a:ext>
            </a:extLst>
          </p:cNvPr>
          <p:cNvSpPr/>
          <p:nvPr/>
        </p:nvSpPr>
        <p:spPr>
          <a:xfrm>
            <a:off x="1938159" y="2502439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B502CC81-7EB2-554C-9313-AED3714AB1F0}"/>
              </a:ext>
            </a:extLst>
          </p:cNvPr>
          <p:cNvSpPr/>
          <p:nvPr/>
        </p:nvSpPr>
        <p:spPr>
          <a:xfrm>
            <a:off x="1175731" y="2883653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04F1758B-A18D-8243-80E0-6B9D777764FF}"/>
              </a:ext>
            </a:extLst>
          </p:cNvPr>
          <p:cNvSpPr/>
          <p:nvPr/>
        </p:nvSpPr>
        <p:spPr>
          <a:xfrm>
            <a:off x="2319372" y="2537094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98AF44AA-99F7-4845-8613-FFB309D851CB}"/>
              </a:ext>
            </a:extLst>
          </p:cNvPr>
          <p:cNvSpPr/>
          <p:nvPr/>
        </p:nvSpPr>
        <p:spPr>
          <a:xfrm>
            <a:off x="2457996" y="2779685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878E6256-C175-E140-AC8E-01D179B792C3}"/>
              </a:ext>
            </a:extLst>
          </p:cNvPr>
          <p:cNvSpPr/>
          <p:nvPr/>
        </p:nvSpPr>
        <p:spPr>
          <a:xfrm>
            <a:off x="2457996" y="3230211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13233400-1611-A347-80BE-D13A6C0BEF60}"/>
              </a:ext>
            </a:extLst>
          </p:cNvPr>
          <p:cNvSpPr/>
          <p:nvPr/>
        </p:nvSpPr>
        <p:spPr>
          <a:xfrm>
            <a:off x="2042126" y="2918308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A4CB51D0-237A-0A42-9F57-B8F33D3BC6F0}"/>
              </a:ext>
            </a:extLst>
          </p:cNvPr>
          <p:cNvSpPr/>
          <p:nvPr/>
        </p:nvSpPr>
        <p:spPr>
          <a:xfrm>
            <a:off x="2839210" y="2987620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415F7903-BF29-1441-A79B-91FE1CAD5E6B}"/>
              </a:ext>
            </a:extLst>
          </p:cNvPr>
          <p:cNvSpPr/>
          <p:nvPr/>
        </p:nvSpPr>
        <p:spPr>
          <a:xfrm>
            <a:off x="1626256" y="2606406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CF4D4030-B22C-5F4A-80C1-3FC7D747464A}"/>
              </a:ext>
            </a:extLst>
          </p:cNvPr>
          <p:cNvSpPr/>
          <p:nvPr/>
        </p:nvSpPr>
        <p:spPr>
          <a:xfrm>
            <a:off x="1591600" y="3230211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995905AC-3117-7E46-96CC-EC681001FA7F}"/>
              </a:ext>
            </a:extLst>
          </p:cNvPr>
          <p:cNvSpPr/>
          <p:nvPr/>
        </p:nvSpPr>
        <p:spPr>
          <a:xfrm>
            <a:off x="1418321" y="2848997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543A42C1-7CC7-3A4C-A042-AB48F8BA533B}"/>
              </a:ext>
            </a:extLst>
          </p:cNvPr>
          <p:cNvSpPr/>
          <p:nvPr/>
        </p:nvSpPr>
        <p:spPr>
          <a:xfrm>
            <a:off x="1834191" y="2918308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C43E7B60-2478-5040-8A38-61EC4C68885B}"/>
              </a:ext>
            </a:extLst>
          </p:cNvPr>
          <p:cNvSpPr/>
          <p:nvPr/>
        </p:nvSpPr>
        <p:spPr>
          <a:xfrm>
            <a:off x="2042126" y="3126243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01046434-2FD3-A24F-97CB-BA9DEBA6555D}"/>
              </a:ext>
            </a:extLst>
          </p:cNvPr>
          <p:cNvSpPr/>
          <p:nvPr/>
        </p:nvSpPr>
        <p:spPr>
          <a:xfrm>
            <a:off x="2284717" y="2883653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80BC826E-7263-E842-BF26-146963D0980C}"/>
              </a:ext>
            </a:extLst>
          </p:cNvPr>
          <p:cNvSpPr/>
          <p:nvPr/>
        </p:nvSpPr>
        <p:spPr>
          <a:xfrm>
            <a:off x="1210387" y="3056932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D83E4237-29E0-424A-86DA-8C470AF165D9}"/>
              </a:ext>
            </a:extLst>
          </p:cNvPr>
          <p:cNvSpPr/>
          <p:nvPr/>
        </p:nvSpPr>
        <p:spPr>
          <a:xfrm>
            <a:off x="2527307" y="2571750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7D82F500-EC2C-7D42-B194-52D2BBD97200}"/>
              </a:ext>
            </a:extLst>
          </p:cNvPr>
          <p:cNvSpPr/>
          <p:nvPr/>
        </p:nvSpPr>
        <p:spPr>
          <a:xfrm>
            <a:off x="2146093" y="2675718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19E6A2AC-FBD3-A644-8C07-21A7A5B9484F}"/>
              </a:ext>
            </a:extLst>
          </p:cNvPr>
          <p:cNvSpPr/>
          <p:nvPr/>
        </p:nvSpPr>
        <p:spPr>
          <a:xfrm>
            <a:off x="2665931" y="3160899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8BA5B2F-6A0A-7D48-AC40-A3FBAB919BFE}"/>
              </a:ext>
            </a:extLst>
          </p:cNvPr>
          <p:cNvSpPr/>
          <p:nvPr/>
        </p:nvSpPr>
        <p:spPr>
          <a:xfrm>
            <a:off x="3844640" y="1532076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Модель 1</a:t>
            </a:r>
          </a:p>
        </p:txBody>
      </p:sp>
      <p:sp>
        <p:nvSpPr>
          <p:cNvPr id="34" name="Скругленный прямоугольник 33">
            <a:extLst>
              <a:ext uri="{FF2B5EF4-FFF2-40B4-BE49-F238E27FC236}">
                <a16:creationId xmlns:a16="http://schemas.microsoft.com/office/drawing/2014/main" id="{BD3AAC52-3515-6E47-8175-A2165DC990B8}"/>
              </a:ext>
            </a:extLst>
          </p:cNvPr>
          <p:cNvSpPr/>
          <p:nvPr/>
        </p:nvSpPr>
        <p:spPr>
          <a:xfrm>
            <a:off x="3844640" y="2311831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Модель 2</a:t>
            </a:r>
          </a:p>
        </p:txBody>
      </p:sp>
      <p:sp>
        <p:nvSpPr>
          <p:cNvPr id="35" name="Скругленный прямоугольник 34">
            <a:extLst>
              <a:ext uri="{FF2B5EF4-FFF2-40B4-BE49-F238E27FC236}">
                <a16:creationId xmlns:a16="http://schemas.microsoft.com/office/drawing/2014/main" id="{E40AB4C8-DF29-1A42-9F87-D6ACB1AB5403}"/>
              </a:ext>
            </a:extLst>
          </p:cNvPr>
          <p:cNvSpPr/>
          <p:nvPr/>
        </p:nvSpPr>
        <p:spPr>
          <a:xfrm>
            <a:off x="3844228" y="3091587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Модель 3</a:t>
            </a:r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F7517C93-73FB-2548-B828-6441023CE227}"/>
              </a:ext>
            </a:extLst>
          </p:cNvPr>
          <p:cNvSpPr/>
          <p:nvPr/>
        </p:nvSpPr>
        <p:spPr>
          <a:xfrm>
            <a:off x="3844228" y="3871343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Модель 4</a:t>
            </a:r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4A7E3B06-02A8-7542-84AF-87708F2F08B0}"/>
              </a:ext>
            </a:extLst>
          </p:cNvPr>
          <p:cNvSpPr/>
          <p:nvPr/>
        </p:nvSpPr>
        <p:spPr>
          <a:xfrm>
            <a:off x="2215405" y="3264866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E28831F3-1BEE-D34F-A150-0D66CF01C297}"/>
              </a:ext>
            </a:extLst>
          </p:cNvPr>
          <p:cNvCxnSpPr>
            <a:cxnSpLocks/>
            <a:stCxn id="2" idx="7"/>
          </p:cNvCxnSpPr>
          <p:nvPr/>
        </p:nvCxnSpPr>
        <p:spPr>
          <a:xfrm flipV="1">
            <a:off x="2841523" y="2048943"/>
            <a:ext cx="1002705" cy="53767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1B25104A-90F8-4E4D-A8B6-DC5E28E65D43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3082751" y="2606406"/>
            <a:ext cx="761890" cy="155951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97AAC572-EEBA-C641-8709-1807184A4E2E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3064060" y="3202785"/>
            <a:ext cx="780168" cy="183377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F97EDD4E-89AD-6F45-8D27-17013B51F102}"/>
              </a:ext>
            </a:extLst>
          </p:cNvPr>
          <p:cNvCxnSpPr>
            <a:cxnSpLocks/>
            <a:stCxn id="2" idx="5"/>
          </p:cNvCxnSpPr>
          <p:nvPr/>
        </p:nvCxnSpPr>
        <p:spPr>
          <a:xfrm>
            <a:off x="2841523" y="3370785"/>
            <a:ext cx="1002705" cy="820867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>
            <a:extLst>
              <a:ext uri="{FF2B5EF4-FFF2-40B4-BE49-F238E27FC236}">
                <a16:creationId xmlns:a16="http://schemas.microsoft.com/office/drawing/2014/main" id="{DDF18A60-9739-7B44-A790-A4764BBE2030}"/>
              </a:ext>
            </a:extLst>
          </p:cNvPr>
          <p:cNvCxnSpPr>
            <a:cxnSpLocks/>
          </p:cNvCxnSpPr>
          <p:nvPr/>
        </p:nvCxnSpPr>
        <p:spPr>
          <a:xfrm>
            <a:off x="4675967" y="2121224"/>
            <a:ext cx="0" cy="190607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32B64F15-C287-3349-B9F7-5276F1FF389F}"/>
              </a:ext>
            </a:extLst>
          </p:cNvPr>
          <p:cNvCxnSpPr>
            <a:cxnSpLocks/>
          </p:cNvCxnSpPr>
          <p:nvPr/>
        </p:nvCxnSpPr>
        <p:spPr>
          <a:xfrm>
            <a:off x="4675967" y="2900980"/>
            <a:ext cx="0" cy="190607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>
            <a:extLst>
              <a:ext uri="{FF2B5EF4-FFF2-40B4-BE49-F238E27FC236}">
                <a16:creationId xmlns:a16="http://schemas.microsoft.com/office/drawing/2014/main" id="{C8DDF64E-AD49-7340-99C9-3D43BB77FF33}"/>
              </a:ext>
            </a:extLst>
          </p:cNvPr>
          <p:cNvCxnSpPr>
            <a:cxnSpLocks/>
          </p:cNvCxnSpPr>
          <p:nvPr/>
        </p:nvCxnSpPr>
        <p:spPr>
          <a:xfrm>
            <a:off x="4675967" y="3680736"/>
            <a:ext cx="0" cy="190607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759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11071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Бустинг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6EE625B-2EDB-5042-AEA3-6E1C948C53E7}"/>
              </a:ext>
            </a:extLst>
          </p:cNvPr>
          <p:cNvSpPr/>
          <p:nvPr/>
        </p:nvSpPr>
        <p:spPr>
          <a:xfrm>
            <a:off x="759861" y="1081550"/>
            <a:ext cx="7624278" cy="3812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algn="l"/>
            <a:endParaRPr lang="ru-RU" sz="637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F1BCDE5F-3908-4C4F-9191-E7A3F0954CD4}"/>
              </a:ext>
            </a:extLst>
          </p:cNvPr>
          <p:cNvSpPr/>
          <p:nvPr/>
        </p:nvSpPr>
        <p:spPr>
          <a:xfrm>
            <a:off x="1037107" y="2424206"/>
            <a:ext cx="2114004" cy="1108986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A75F3441-3596-5649-BD10-CF11C6E473EF}"/>
              </a:ext>
            </a:extLst>
          </p:cNvPr>
          <p:cNvSpPr/>
          <p:nvPr/>
        </p:nvSpPr>
        <p:spPr>
          <a:xfrm>
            <a:off x="1349010" y="2675718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47B9FE6-77A6-BD4A-A679-1615BE407619}"/>
              </a:ext>
            </a:extLst>
          </p:cNvPr>
          <p:cNvSpPr/>
          <p:nvPr/>
        </p:nvSpPr>
        <p:spPr>
          <a:xfrm>
            <a:off x="2735242" y="2745029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1FDF0EC9-DB80-5342-A1FF-EE8BDF9F669F}"/>
              </a:ext>
            </a:extLst>
          </p:cNvPr>
          <p:cNvSpPr/>
          <p:nvPr/>
        </p:nvSpPr>
        <p:spPr>
          <a:xfrm>
            <a:off x="2007470" y="3368834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AA00AA8F-BBBE-2E4C-8FE5-93EE0066F018}"/>
              </a:ext>
            </a:extLst>
          </p:cNvPr>
          <p:cNvSpPr/>
          <p:nvPr/>
        </p:nvSpPr>
        <p:spPr>
          <a:xfrm>
            <a:off x="1938159" y="2710373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D687E0A6-929E-644E-BCB2-7A721C796FC1}"/>
              </a:ext>
            </a:extLst>
          </p:cNvPr>
          <p:cNvSpPr/>
          <p:nvPr/>
        </p:nvSpPr>
        <p:spPr>
          <a:xfrm>
            <a:off x="1522289" y="3022276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C767776-199D-FE48-8E49-47FBBB752EAE}"/>
              </a:ext>
            </a:extLst>
          </p:cNvPr>
          <p:cNvSpPr/>
          <p:nvPr/>
        </p:nvSpPr>
        <p:spPr>
          <a:xfrm>
            <a:off x="2284717" y="3056932"/>
            <a:ext cx="103967" cy="103967"/>
          </a:xfrm>
          <a:prstGeom prst="ellipse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65AA6027-7A1C-A44C-AB9D-52E30A985E4D}"/>
              </a:ext>
            </a:extLst>
          </p:cNvPr>
          <p:cNvSpPr/>
          <p:nvPr/>
        </p:nvSpPr>
        <p:spPr>
          <a:xfrm>
            <a:off x="1626256" y="2814341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45F2D113-C907-084E-8D97-CEEA96904C44}"/>
              </a:ext>
            </a:extLst>
          </p:cNvPr>
          <p:cNvSpPr/>
          <p:nvPr/>
        </p:nvSpPr>
        <p:spPr>
          <a:xfrm>
            <a:off x="2596619" y="2987620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829CF0FA-D2C4-CA44-B40A-D6D40BED8240}"/>
              </a:ext>
            </a:extLst>
          </p:cNvPr>
          <p:cNvSpPr/>
          <p:nvPr/>
        </p:nvSpPr>
        <p:spPr>
          <a:xfrm>
            <a:off x="1764879" y="3160899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5916124-024E-D54F-9FD2-EA378E63AD7E}"/>
              </a:ext>
            </a:extLst>
          </p:cNvPr>
          <p:cNvSpPr/>
          <p:nvPr/>
        </p:nvSpPr>
        <p:spPr>
          <a:xfrm>
            <a:off x="1938159" y="2502439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B502CC81-7EB2-554C-9313-AED3714AB1F0}"/>
              </a:ext>
            </a:extLst>
          </p:cNvPr>
          <p:cNvSpPr/>
          <p:nvPr/>
        </p:nvSpPr>
        <p:spPr>
          <a:xfrm>
            <a:off x="1175731" y="2883653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04F1758B-A18D-8243-80E0-6B9D777764FF}"/>
              </a:ext>
            </a:extLst>
          </p:cNvPr>
          <p:cNvSpPr/>
          <p:nvPr/>
        </p:nvSpPr>
        <p:spPr>
          <a:xfrm>
            <a:off x="2319372" y="2537094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98AF44AA-99F7-4845-8613-FFB309D851CB}"/>
              </a:ext>
            </a:extLst>
          </p:cNvPr>
          <p:cNvSpPr/>
          <p:nvPr/>
        </p:nvSpPr>
        <p:spPr>
          <a:xfrm>
            <a:off x="2457996" y="2779685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878E6256-C175-E140-AC8E-01D179B792C3}"/>
              </a:ext>
            </a:extLst>
          </p:cNvPr>
          <p:cNvSpPr/>
          <p:nvPr/>
        </p:nvSpPr>
        <p:spPr>
          <a:xfrm>
            <a:off x="2457996" y="3230211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13233400-1611-A347-80BE-D13A6C0BEF60}"/>
              </a:ext>
            </a:extLst>
          </p:cNvPr>
          <p:cNvSpPr/>
          <p:nvPr/>
        </p:nvSpPr>
        <p:spPr>
          <a:xfrm>
            <a:off x="2042126" y="2918308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A4CB51D0-237A-0A42-9F57-B8F33D3BC6F0}"/>
              </a:ext>
            </a:extLst>
          </p:cNvPr>
          <p:cNvSpPr/>
          <p:nvPr/>
        </p:nvSpPr>
        <p:spPr>
          <a:xfrm>
            <a:off x="2839210" y="2987620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415F7903-BF29-1441-A79B-91FE1CAD5E6B}"/>
              </a:ext>
            </a:extLst>
          </p:cNvPr>
          <p:cNvSpPr/>
          <p:nvPr/>
        </p:nvSpPr>
        <p:spPr>
          <a:xfrm>
            <a:off x="1626256" y="2606406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CF4D4030-B22C-5F4A-80C1-3FC7D747464A}"/>
              </a:ext>
            </a:extLst>
          </p:cNvPr>
          <p:cNvSpPr/>
          <p:nvPr/>
        </p:nvSpPr>
        <p:spPr>
          <a:xfrm>
            <a:off x="1591600" y="3230211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995905AC-3117-7E46-96CC-EC681001FA7F}"/>
              </a:ext>
            </a:extLst>
          </p:cNvPr>
          <p:cNvSpPr/>
          <p:nvPr/>
        </p:nvSpPr>
        <p:spPr>
          <a:xfrm>
            <a:off x="1418321" y="2848997"/>
            <a:ext cx="103967" cy="103967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543A42C1-7CC7-3A4C-A042-AB48F8BA533B}"/>
              </a:ext>
            </a:extLst>
          </p:cNvPr>
          <p:cNvSpPr/>
          <p:nvPr/>
        </p:nvSpPr>
        <p:spPr>
          <a:xfrm>
            <a:off x="1834191" y="2918308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C43E7B60-2478-5040-8A38-61EC4C68885B}"/>
              </a:ext>
            </a:extLst>
          </p:cNvPr>
          <p:cNvSpPr/>
          <p:nvPr/>
        </p:nvSpPr>
        <p:spPr>
          <a:xfrm>
            <a:off x="2042126" y="3126243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01046434-2FD3-A24F-97CB-BA9DEBA6555D}"/>
              </a:ext>
            </a:extLst>
          </p:cNvPr>
          <p:cNvSpPr/>
          <p:nvPr/>
        </p:nvSpPr>
        <p:spPr>
          <a:xfrm>
            <a:off x="2284717" y="2883653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80BC826E-7263-E842-BF26-146963D0980C}"/>
              </a:ext>
            </a:extLst>
          </p:cNvPr>
          <p:cNvSpPr/>
          <p:nvPr/>
        </p:nvSpPr>
        <p:spPr>
          <a:xfrm>
            <a:off x="1210387" y="3056932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D83E4237-29E0-424A-86DA-8C470AF165D9}"/>
              </a:ext>
            </a:extLst>
          </p:cNvPr>
          <p:cNvSpPr/>
          <p:nvPr/>
        </p:nvSpPr>
        <p:spPr>
          <a:xfrm>
            <a:off x="2527307" y="2571750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7D82F500-EC2C-7D42-B194-52D2BBD97200}"/>
              </a:ext>
            </a:extLst>
          </p:cNvPr>
          <p:cNvSpPr/>
          <p:nvPr/>
        </p:nvSpPr>
        <p:spPr>
          <a:xfrm>
            <a:off x="2146093" y="2675718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19E6A2AC-FBD3-A644-8C07-21A7A5B9484F}"/>
              </a:ext>
            </a:extLst>
          </p:cNvPr>
          <p:cNvSpPr/>
          <p:nvPr/>
        </p:nvSpPr>
        <p:spPr>
          <a:xfrm>
            <a:off x="2665931" y="3160899"/>
            <a:ext cx="103967" cy="103967"/>
          </a:xfrm>
          <a:prstGeom prst="ellipse">
            <a:avLst/>
          </a:prstGeom>
          <a:solidFill>
            <a:srgbClr val="0071CE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8BA5B2F-6A0A-7D48-AC40-A3FBAB919BFE}"/>
              </a:ext>
            </a:extLst>
          </p:cNvPr>
          <p:cNvSpPr/>
          <p:nvPr/>
        </p:nvSpPr>
        <p:spPr>
          <a:xfrm>
            <a:off x="3844640" y="1532076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Модель 1</a:t>
            </a:r>
          </a:p>
        </p:txBody>
      </p:sp>
      <p:sp>
        <p:nvSpPr>
          <p:cNvPr id="34" name="Скругленный прямоугольник 33">
            <a:extLst>
              <a:ext uri="{FF2B5EF4-FFF2-40B4-BE49-F238E27FC236}">
                <a16:creationId xmlns:a16="http://schemas.microsoft.com/office/drawing/2014/main" id="{BD3AAC52-3515-6E47-8175-A2165DC990B8}"/>
              </a:ext>
            </a:extLst>
          </p:cNvPr>
          <p:cNvSpPr/>
          <p:nvPr/>
        </p:nvSpPr>
        <p:spPr>
          <a:xfrm>
            <a:off x="3844640" y="2311831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Модель 2</a:t>
            </a:r>
          </a:p>
        </p:txBody>
      </p:sp>
      <p:sp>
        <p:nvSpPr>
          <p:cNvPr id="35" name="Скругленный прямоугольник 34">
            <a:extLst>
              <a:ext uri="{FF2B5EF4-FFF2-40B4-BE49-F238E27FC236}">
                <a16:creationId xmlns:a16="http://schemas.microsoft.com/office/drawing/2014/main" id="{E40AB4C8-DF29-1A42-9F87-D6ACB1AB5403}"/>
              </a:ext>
            </a:extLst>
          </p:cNvPr>
          <p:cNvSpPr/>
          <p:nvPr/>
        </p:nvSpPr>
        <p:spPr>
          <a:xfrm>
            <a:off x="3844228" y="3091587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Модель 3</a:t>
            </a:r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F7517C93-73FB-2548-B828-6441023CE227}"/>
              </a:ext>
            </a:extLst>
          </p:cNvPr>
          <p:cNvSpPr/>
          <p:nvPr/>
        </p:nvSpPr>
        <p:spPr>
          <a:xfrm>
            <a:off x="3844228" y="3871343"/>
            <a:ext cx="1732791" cy="589149"/>
          </a:xfrm>
          <a:prstGeom prst="roundRect">
            <a:avLst/>
          </a:prstGeom>
          <a:solidFill>
            <a:srgbClr val="C5D9E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637" dirty="0">
                <a:latin typeface="IBM Plex Mono" panose="020B0509050203000203" pitchFamily="49" charset="0"/>
              </a:rPr>
              <a:t>Модель 4</a:t>
            </a:r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4A7E3B06-02A8-7542-84AF-87708F2F08B0}"/>
              </a:ext>
            </a:extLst>
          </p:cNvPr>
          <p:cNvSpPr/>
          <p:nvPr/>
        </p:nvSpPr>
        <p:spPr>
          <a:xfrm>
            <a:off x="2215405" y="3264866"/>
            <a:ext cx="103967" cy="103967"/>
          </a:xfrm>
          <a:prstGeom prst="ellipse">
            <a:avLst/>
          </a:prstGeom>
          <a:solidFill>
            <a:srgbClr val="00B050"/>
          </a:solidFill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E28831F3-1BEE-D34F-A150-0D66CF01C297}"/>
              </a:ext>
            </a:extLst>
          </p:cNvPr>
          <p:cNvCxnSpPr>
            <a:cxnSpLocks/>
            <a:stCxn id="2" idx="7"/>
          </p:cNvCxnSpPr>
          <p:nvPr/>
        </p:nvCxnSpPr>
        <p:spPr>
          <a:xfrm flipV="1">
            <a:off x="2841523" y="2048943"/>
            <a:ext cx="1002705" cy="53767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1B25104A-90F8-4E4D-A8B6-DC5E28E65D43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3082751" y="2606406"/>
            <a:ext cx="761890" cy="155951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97AAC572-EEBA-C641-8709-1807184A4E2E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3064060" y="3202785"/>
            <a:ext cx="780168" cy="183377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F97EDD4E-89AD-6F45-8D27-17013B51F102}"/>
              </a:ext>
            </a:extLst>
          </p:cNvPr>
          <p:cNvCxnSpPr>
            <a:cxnSpLocks/>
            <a:stCxn id="2" idx="5"/>
          </p:cNvCxnSpPr>
          <p:nvPr/>
        </p:nvCxnSpPr>
        <p:spPr>
          <a:xfrm>
            <a:off x="2841523" y="3370785"/>
            <a:ext cx="1002705" cy="820867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FD5BCEE4-3219-1846-A3F7-08124E9FE577}"/>
              </a:ext>
            </a:extLst>
          </p:cNvPr>
          <p:cNvCxnSpPr>
            <a:cxnSpLocks/>
          </p:cNvCxnSpPr>
          <p:nvPr/>
        </p:nvCxnSpPr>
        <p:spPr>
          <a:xfrm flipV="1">
            <a:off x="5579082" y="1851198"/>
            <a:ext cx="309839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EB426E21-D2F2-344A-94FB-C63EE6B17633}"/>
              </a:ext>
            </a:extLst>
          </p:cNvPr>
          <p:cNvCxnSpPr>
            <a:cxnSpLocks/>
          </p:cNvCxnSpPr>
          <p:nvPr/>
        </p:nvCxnSpPr>
        <p:spPr>
          <a:xfrm flipV="1">
            <a:off x="5579082" y="2630954"/>
            <a:ext cx="309839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2ED04CDA-9EE0-C949-8BBD-A760B1AE64B1}"/>
              </a:ext>
            </a:extLst>
          </p:cNvPr>
          <p:cNvCxnSpPr>
            <a:cxnSpLocks/>
          </p:cNvCxnSpPr>
          <p:nvPr/>
        </p:nvCxnSpPr>
        <p:spPr>
          <a:xfrm flipV="1">
            <a:off x="5579082" y="3386162"/>
            <a:ext cx="309839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26BE2A40-F724-6A47-B40F-8194D665C875}"/>
              </a:ext>
            </a:extLst>
          </p:cNvPr>
          <p:cNvCxnSpPr>
            <a:cxnSpLocks/>
          </p:cNvCxnSpPr>
          <p:nvPr/>
        </p:nvCxnSpPr>
        <p:spPr>
          <a:xfrm flipV="1">
            <a:off x="5577019" y="4191653"/>
            <a:ext cx="309839" cy="0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Овал 46">
            <a:extLst>
              <a:ext uri="{FF2B5EF4-FFF2-40B4-BE49-F238E27FC236}">
                <a16:creationId xmlns:a16="http://schemas.microsoft.com/office/drawing/2014/main" id="{3634C415-180A-1F47-8E48-E586DE1C32A4}"/>
              </a:ext>
            </a:extLst>
          </p:cNvPr>
          <p:cNvSpPr/>
          <p:nvPr/>
        </p:nvSpPr>
        <p:spPr>
          <a:xfrm>
            <a:off x="6020949" y="1700568"/>
            <a:ext cx="301260" cy="301260"/>
          </a:xfrm>
          <a:prstGeom prst="ellipse">
            <a:avLst/>
          </a:prstGeom>
          <a:solidFill>
            <a:srgbClr val="FF0000"/>
          </a:solidFill>
          <a:ln w="47625">
            <a:noFill/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49" name="Овал 48">
            <a:extLst>
              <a:ext uri="{FF2B5EF4-FFF2-40B4-BE49-F238E27FC236}">
                <a16:creationId xmlns:a16="http://schemas.microsoft.com/office/drawing/2014/main" id="{063EB1A9-5E26-B545-B2B0-8CD41AC9CB4E}"/>
              </a:ext>
            </a:extLst>
          </p:cNvPr>
          <p:cNvSpPr/>
          <p:nvPr/>
        </p:nvSpPr>
        <p:spPr>
          <a:xfrm>
            <a:off x="6020949" y="3238304"/>
            <a:ext cx="301260" cy="301260"/>
          </a:xfrm>
          <a:prstGeom prst="ellipse">
            <a:avLst/>
          </a:prstGeom>
          <a:solidFill>
            <a:srgbClr val="FF0000"/>
          </a:solidFill>
          <a:ln w="47625">
            <a:noFill/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0" name="Овал 49">
            <a:extLst>
              <a:ext uri="{FF2B5EF4-FFF2-40B4-BE49-F238E27FC236}">
                <a16:creationId xmlns:a16="http://schemas.microsoft.com/office/drawing/2014/main" id="{4AF63EF2-3C32-5B42-95F0-539A3E3BF6F7}"/>
              </a:ext>
            </a:extLst>
          </p:cNvPr>
          <p:cNvSpPr/>
          <p:nvPr/>
        </p:nvSpPr>
        <p:spPr>
          <a:xfrm>
            <a:off x="6020949" y="2478425"/>
            <a:ext cx="301260" cy="301260"/>
          </a:xfrm>
          <a:prstGeom prst="ellipse">
            <a:avLst/>
          </a:prstGeom>
          <a:solidFill>
            <a:srgbClr val="FFC000"/>
          </a:solidFill>
          <a:ln w="47625">
            <a:noFill/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id="{0C2F95F8-3F85-8445-A1A8-F75EA9A5FE93}"/>
              </a:ext>
            </a:extLst>
          </p:cNvPr>
          <p:cNvSpPr/>
          <p:nvPr/>
        </p:nvSpPr>
        <p:spPr>
          <a:xfrm>
            <a:off x="6020949" y="4027294"/>
            <a:ext cx="301260" cy="301260"/>
          </a:xfrm>
          <a:prstGeom prst="ellipse">
            <a:avLst/>
          </a:prstGeom>
          <a:solidFill>
            <a:schemeClr val="tx2"/>
          </a:solidFill>
          <a:ln w="47625">
            <a:noFill/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sp>
        <p:nvSpPr>
          <p:cNvPr id="52" name="Закрывающая фигурная скобка 51">
            <a:extLst>
              <a:ext uri="{FF2B5EF4-FFF2-40B4-BE49-F238E27FC236}">
                <a16:creationId xmlns:a16="http://schemas.microsoft.com/office/drawing/2014/main" id="{2644403F-DBAA-E549-9508-148F12B2F1FA}"/>
              </a:ext>
            </a:extLst>
          </p:cNvPr>
          <p:cNvSpPr/>
          <p:nvPr/>
        </p:nvSpPr>
        <p:spPr>
          <a:xfrm>
            <a:off x="6454056" y="1700568"/>
            <a:ext cx="301260" cy="2601045"/>
          </a:xfrm>
          <a:prstGeom prst="rightBrace">
            <a:avLst>
              <a:gd name="adj1" fmla="val 75517"/>
              <a:gd name="adj2" fmla="val 50000"/>
            </a:avLst>
          </a:prstGeom>
          <a:ln w="47625">
            <a:solidFill>
              <a:srgbClr val="0071C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637" dirty="0"/>
          </a:p>
        </p:txBody>
      </p:sp>
      <p:sp>
        <p:nvSpPr>
          <p:cNvPr id="53" name="Овал 52">
            <a:extLst>
              <a:ext uri="{FF2B5EF4-FFF2-40B4-BE49-F238E27FC236}">
                <a16:creationId xmlns:a16="http://schemas.microsoft.com/office/drawing/2014/main" id="{199AE6A2-34ED-1043-AFC3-C5C14A2E71CC}"/>
              </a:ext>
            </a:extLst>
          </p:cNvPr>
          <p:cNvSpPr/>
          <p:nvPr/>
        </p:nvSpPr>
        <p:spPr>
          <a:xfrm>
            <a:off x="6939237" y="2859639"/>
            <a:ext cx="301260" cy="301260"/>
          </a:xfrm>
          <a:prstGeom prst="ellipse">
            <a:avLst/>
          </a:prstGeom>
          <a:solidFill>
            <a:srgbClr val="FF0000"/>
          </a:solidFill>
          <a:ln w="47625">
            <a:noFill/>
          </a:ln>
        </p:spPr>
        <p:txBody>
          <a:bodyPr wrap="square" lIns="0" tIns="0" rIns="0" bIns="0" rtlCol="0" anchor="ctr"/>
          <a:lstStyle/>
          <a:p>
            <a:pPr algn="l"/>
            <a:endParaRPr lang="ru-RU" sz="637"/>
          </a:p>
        </p:txBody>
      </p:sp>
      <p:cxnSp>
        <p:nvCxnSpPr>
          <p:cNvPr id="54" name="Прямая со стрелкой 53">
            <a:extLst>
              <a:ext uri="{FF2B5EF4-FFF2-40B4-BE49-F238E27FC236}">
                <a16:creationId xmlns:a16="http://schemas.microsoft.com/office/drawing/2014/main" id="{DDF18A60-9739-7B44-A790-A4764BBE2030}"/>
              </a:ext>
            </a:extLst>
          </p:cNvPr>
          <p:cNvCxnSpPr>
            <a:cxnSpLocks/>
          </p:cNvCxnSpPr>
          <p:nvPr/>
        </p:nvCxnSpPr>
        <p:spPr>
          <a:xfrm>
            <a:off x="4675967" y="2121224"/>
            <a:ext cx="0" cy="190607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32B64F15-C287-3349-B9F7-5276F1FF389F}"/>
              </a:ext>
            </a:extLst>
          </p:cNvPr>
          <p:cNvCxnSpPr>
            <a:cxnSpLocks/>
          </p:cNvCxnSpPr>
          <p:nvPr/>
        </p:nvCxnSpPr>
        <p:spPr>
          <a:xfrm>
            <a:off x="4675967" y="2900980"/>
            <a:ext cx="0" cy="190607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>
            <a:extLst>
              <a:ext uri="{FF2B5EF4-FFF2-40B4-BE49-F238E27FC236}">
                <a16:creationId xmlns:a16="http://schemas.microsoft.com/office/drawing/2014/main" id="{C8DDF64E-AD49-7340-99C9-3D43BB77FF33}"/>
              </a:ext>
            </a:extLst>
          </p:cNvPr>
          <p:cNvCxnSpPr>
            <a:cxnSpLocks/>
          </p:cNvCxnSpPr>
          <p:nvPr/>
        </p:nvCxnSpPr>
        <p:spPr>
          <a:xfrm>
            <a:off x="4675967" y="3680736"/>
            <a:ext cx="0" cy="190607"/>
          </a:xfrm>
          <a:prstGeom prst="straightConnector1">
            <a:avLst/>
          </a:prstGeom>
          <a:ln w="47625">
            <a:solidFill>
              <a:srgbClr val="0071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9260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A5D1E-46A3-6532-2A02-CE7657E9D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FA61C74-236E-72DF-FEC9-B2E72976C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0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D0AC53A3-53C3-7763-F90D-C4C3E2C7AF57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Градиентный </a:t>
            </a:r>
            <a:r>
              <a:rPr lang="ru-RU" sz="2183" b="1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бустинг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EAFF9BD8-6CBF-23CA-C4A9-C4B9B09A127A}"/>
              </a:ext>
            </a:extLst>
          </p:cNvPr>
          <p:cNvSpPr/>
          <p:nvPr/>
        </p:nvSpPr>
        <p:spPr>
          <a:xfrm>
            <a:off x="378647" y="1324141"/>
            <a:ext cx="8490674" cy="2107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1902" indent="-311902">
              <a:buFont typeface="Arial" panose="020B0604020202020204" pitchFamily="34" charset="0"/>
              <a:buChar char="•"/>
            </a:pPr>
            <a:r>
              <a:rPr lang="ru-RU" sz="2183" dirty="0">
                <a:latin typeface="IBM Plex Mono"/>
                <a:ea typeface="Verdana" panose="020B0604030504040204" pitchFamily="34" charset="0"/>
              </a:rPr>
              <a:t>Решаем задачу регрессии с квадратичной функцией потерь</a:t>
            </a:r>
          </a:p>
          <a:p>
            <a:pPr marL="311902" indent="-311902">
              <a:buFont typeface="Arial" panose="020B0604020202020204" pitchFamily="34" charset="0"/>
              <a:buChar char="•"/>
            </a:pPr>
            <a:endParaRPr lang="ru-RU" sz="2183" dirty="0">
              <a:latin typeface="IBM Plex Mono"/>
              <a:ea typeface="Verdana" panose="020B0604030504040204" pitchFamily="34" charset="0"/>
            </a:endParaRPr>
          </a:p>
          <a:p>
            <a:pPr marL="311902" indent="-311902">
              <a:buFont typeface="Arial" panose="020B0604020202020204" pitchFamily="34" charset="0"/>
              <a:buChar char="•"/>
            </a:pPr>
            <a:endParaRPr lang="ru-RU" sz="2183" dirty="0">
              <a:latin typeface="IBM Plex Mono"/>
              <a:ea typeface="Verdana" panose="020B0604030504040204" pitchFamily="34" charset="0"/>
            </a:endParaRPr>
          </a:p>
          <a:p>
            <a:pPr marL="311902" indent="-311902">
              <a:buFont typeface="Arial" panose="020B0604020202020204" pitchFamily="34" charset="0"/>
              <a:buChar char="•"/>
            </a:pPr>
            <a:endParaRPr lang="ru-RU" sz="2183" dirty="0">
              <a:latin typeface="IBM Plex Mono"/>
              <a:ea typeface="Verdana" panose="020B0604030504040204" pitchFamily="34" charset="0"/>
            </a:endParaRPr>
          </a:p>
          <a:p>
            <a:pPr marL="311902" indent="-311902">
              <a:buFont typeface="Arial" panose="020B0604020202020204" pitchFamily="34" charset="0"/>
              <a:buChar char="•"/>
            </a:pPr>
            <a:r>
              <a:rPr lang="ru-RU" sz="2183" dirty="0">
                <a:latin typeface="IBM Plex Mono"/>
                <a:ea typeface="Verdana" panose="020B0604030504040204" pitchFamily="34" charset="0"/>
              </a:rPr>
              <a:t>Решение – композиция из </a:t>
            </a:r>
            <a:r>
              <a:rPr lang="en-US" sz="2183" dirty="0">
                <a:latin typeface="IBM Plex Mono"/>
                <a:ea typeface="Verdana" panose="020B0604030504040204" pitchFamily="34" charset="0"/>
              </a:rPr>
              <a:t>k</a:t>
            </a:r>
            <a:r>
              <a:rPr lang="ru-RU" sz="2183" i="1" dirty="0">
                <a:latin typeface="IBM Plex Mono"/>
                <a:ea typeface="Verdana" panose="020B0604030504040204" pitchFamily="34" charset="0"/>
              </a:rPr>
              <a:t> </a:t>
            </a:r>
            <a:r>
              <a:rPr lang="ru-RU" sz="2183" dirty="0">
                <a:latin typeface="IBM Plex Mono"/>
                <a:ea typeface="Verdana" panose="020B0604030504040204" pitchFamily="34" charset="0"/>
              </a:rPr>
              <a:t>базовых алгоритмов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C77FCF1-E3A6-2887-2B5B-791A1DF89E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76" t="18527" r="4651" b="14682"/>
          <a:stretch/>
        </p:blipFill>
        <p:spPr>
          <a:xfrm>
            <a:off x="2423340" y="2038023"/>
            <a:ext cx="4089386" cy="89530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641699-17F6-7B9D-7A13-CD106203C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3272" y="3648733"/>
            <a:ext cx="4977457" cy="54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006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2D863-2052-86A3-6695-FB23E2E18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53D3472-8560-2440-0F6A-602F5D3B2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0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D10FBDF-A273-27FA-FE84-761BD95E4BD9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Градиентный </a:t>
            </a:r>
            <a:r>
              <a:rPr lang="ru-RU" sz="2183" b="1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бустинг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09A741EF-3671-024E-0F4D-E306290828D7}"/>
              </a:ext>
            </a:extLst>
          </p:cNvPr>
          <p:cNvSpPr/>
          <p:nvPr/>
        </p:nvSpPr>
        <p:spPr>
          <a:xfrm>
            <a:off x="378647" y="1324141"/>
            <a:ext cx="8490674" cy="3787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1902" indent="-311902">
              <a:buFont typeface="Arial" panose="020B0604020202020204" pitchFamily="34" charset="0"/>
              <a:buChar char="•"/>
            </a:pPr>
            <a:r>
              <a:rPr lang="ru-RU" sz="2183" dirty="0">
                <a:latin typeface="IBM Plex Mono"/>
                <a:ea typeface="Verdana" panose="020B0604030504040204" pitchFamily="34" charset="0"/>
              </a:rPr>
              <a:t>Обучаем одно дерево решений</a:t>
            </a:r>
          </a:p>
          <a:p>
            <a:pPr marL="519836" lvl="1" indent="-311902">
              <a:buFont typeface="Arial" panose="020B0604020202020204" pitchFamily="34" charset="0"/>
              <a:buChar char="•"/>
            </a:pPr>
            <a:r>
              <a:rPr lang="ru-RU" sz="2183" dirty="0">
                <a:latin typeface="IBM Plex Mono"/>
                <a:ea typeface="Verdana" panose="020B0604030504040204" pitchFamily="34" charset="0"/>
              </a:rPr>
              <a:t>Качество низкое, дерево делает ошибки</a:t>
            </a:r>
          </a:p>
          <a:p>
            <a:pPr marL="519836" lvl="1" indent="-311902">
              <a:buFont typeface="Arial" panose="020B0604020202020204" pitchFamily="34" charset="0"/>
              <a:buChar char="•"/>
            </a:pPr>
            <a:r>
              <a:rPr lang="ru-RU" sz="2183" dirty="0">
                <a:latin typeface="IBM Plex Mono"/>
                <a:ea typeface="Verdana" panose="020B0604030504040204" pitchFamily="34" charset="0"/>
              </a:rPr>
              <a:t>Ошибки на объектах обучающего набора данных нам известны</a:t>
            </a:r>
          </a:p>
          <a:p>
            <a:pPr marL="311902" indent="-311902">
              <a:buFont typeface="Arial" panose="020B0604020202020204" pitchFamily="34" charset="0"/>
              <a:buChar char="•"/>
            </a:pPr>
            <a:r>
              <a:rPr lang="ru-RU" sz="2183" dirty="0">
                <a:latin typeface="IBM Plex Mono"/>
                <a:ea typeface="Verdana" panose="020B0604030504040204" pitchFamily="34" charset="0"/>
              </a:rPr>
              <a:t>Обучаем второе дерево решений с учетом ошибок</a:t>
            </a:r>
          </a:p>
          <a:p>
            <a:pPr marL="519836" lvl="1" indent="-311902">
              <a:buFont typeface="Arial" panose="020B0604020202020204" pitchFamily="34" charset="0"/>
              <a:buChar char="•"/>
            </a:pPr>
            <a:r>
              <a:rPr lang="ru-RU" sz="2183" dirty="0">
                <a:latin typeface="IBM Plex Mono"/>
                <a:ea typeface="Verdana" panose="020B0604030504040204" pitchFamily="34" charset="0"/>
              </a:rPr>
              <a:t>На объекте </a:t>
            </a:r>
            <a:r>
              <a:rPr lang="en-US" sz="2183" i="1" dirty="0">
                <a:latin typeface="IBM Plex Mono"/>
                <a:ea typeface="Verdana" panose="020B0604030504040204" pitchFamily="34" charset="0"/>
              </a:rPr>
              <a:t>x</a:t>
            </a:r>
            <a:r>
              <a:rPr lang="en-US" sz="2183" i="1" baseline="-25000" dirty="0">
                <a:latin typeface="IBM Plex Mono"/>
                <a:ea typeface="Verdana" panose="020B0604030504040204" pitchFamily="34" charset="0"/>
              </a:rPr>
              <a:t>i</a:t>
            </a:r>
            <a:r>
              <a:rPr lang="en-US" sz="2183" baseline="-25000" dirty="0">
                <a:latin typeface="IBM Plex Mono"/>
                <a:ea typeface="Verdana" panose="020B0604030504040204" pitchFamily="34" charset="0"/>
              </a:rPr>
              <a:t> </a:t>
            </a:r>
            <a:r>
              <a:rPr lang="ru-RU" sz="2183" dirty="0">
                <a:latin typeface="IBM Plex Mono"/>
                <a:ea typeface="Verdana" panose="020B0604030504040204" pitchFamily="34" charset="0"/>
              </a:rPr>
              <a:t>первая модель ошибается на 10</a:t>
            </a:r>
          </a:p>
          <a:p>
            <a:pPr marL="519836" lvl="1" indent="-311902">
              <a:buFont typeface="Arial" panose="020B0604020202020204" pitchFamily="34" charset="0"/>
              <a:buChar char="•"/>
            </a:pPr>
            <a:r>
              <a:rPr lang="ru-RU" sz="2183" dirty="0">
                <a:latin typeface="IBM Plex Mono"/>
                <a:ea typeface="Verdana" panose="020B0604030504040204" pitchFamily="34" charset="0"/>
              </a:rPr>
              <a:t>Обучаем вторую модель, чтобы она выдавала -10 </a:t>
            </a:r>
          </a:p>
          <a:p>
            <a:pPr marL="311902" indent="-311902">
              <a:buFont typeface="Arial" panose="020B0604020202020204" pitchFamily="34" charset="0"/>
              <a:buChar char="•"/>
            </a:pPr>
            <a:endParaRPr lang="ru-RU" sz="2183" dirty="0">
              <a:latin typeface="IBM Plex Mono"/>
              <a:ea typeface="Verdana" panose="020B0604030504040204" pitchFamily="34" charset="0"/>
            </a:endParaRPr>
          </a:p>
          <a:p>
            <a:pPr marL="311902" indent="-311902">
              <a:buFont typeface="Arial" panose="020B0604020202020204" pitchFamily="34" charset="0"/>
              <a:buChar char="•"/>
            </a:pPr>
            <a:endParaRPr lang="ru-RU" sz="2183" dirty="0">
              <a:latin typeface="IBM Plex Mono"/>
              <a:ea typeface="Verdana" panose="020B0604030504040204" pitchFamily="34" charset="0"/>
            </a:endParaRPr>
          </a:p>
          <a:p>
            <a:pPr marL="311902" indent="-311902">
              <a:buFont typeface="Arial" panose="020B0604020202020204" pitchFamily="34" charset="0"/>
              <a:buChar char="•"/>
            </a:pPr>
            <a:r>
              <a:rPr lang="ru-RU" sz="2183" dirty="0">
                <a:latin typeface="IBM Plex Mono"/>
                <a:ea typeface="Verdana" panose="020B0604030504040204" pitchFamily="34" charset="0"/>
              </a:rPr>
              <a:t>Повторяем, пока не построим композицию из </a:t>
            </a:r>
            <a:r>
              <a:rPr lang="en-US" sz="2183" dirty="0">
                <a:latin typeface="IBM Plex Mono"/>
                <a:ea typeface="Verdana" panose="020B0604030504040204" pitchFamily="34" charset="0"/>
              </a:rPr>
              <a:t>k </a:t>
            </a:r>
            <a:r>
              <a:rPr lang="ru-RU" sz="2183" dirty="0">
                <a:latin typeface="IBM Plex Mono"/>
                <a:ea typeface="Verdana" panose="020B0604030504040204" pitchFamily="34" charset="0"/>
              </a:rPr>
              <a:t>деревьев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9C4DB26-7DD5-BCC8-9A5D-5AC82342B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126" y="3715392"/>
            <a:ext cx="4830030" cy="53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74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AFC319-EE6E-46D4-88AA-16B16A9F7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" y="0"/>
            <a:ext cx="9138359" cy="51435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E73DD44B-B844-414E-BFF1-DFEBBC98881D}"/>
              </a:ext>
            </a:extLst>
          </p:cNvPr>
          <p:cNvSpPr txBox="1"/>
          <p:nvPr/>
        </p:nvSpPr>
        <p:spPr>
          <a:xfrm>
            <a:off x="413302" y="457746"/>
            <a:ext cx="7970837" cy="345062"/>
          </a:xfrm>
          <a:prstGeom prst="rect">
            <a:avLst/>
          </a:prstGeom>
        </p:spPr>
        <p:txBody>
          <a:bodyPr vert="horz" wrap="square" lIns="0" tIns="9048" rIns="0" bIns="0" rtlCol="0">
            <a:spAutoFit/>
          </a:bodyPr>
          <a:lstStyle/>
          <a:p>
            <a:pPr marR="3810"/>
            <a:r>
              <a:rPr lang="ru-RU" sz="2183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Градиентный </a:t>
            </a:r>
            <a:r>
              <a:rPr lang="ru-RU" sz="2183" b="1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бустинг</a:t>
            </a:r>
            <a:endParaRPr lang="ru-RU" sz="2183" b="1" dirty="0"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802BF0B-82BB-2F9B-450C-D89852129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945" y="1081550"/>
            <a:ext cx="5879722" cy="336161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71457E8-DB64-F0D7-89F0-F4752D6ADA1C}"/>
              </a:ext>
            </a:extLst>
          </p:cNvPr>
          <p:cNvSpPr txBox="1"/>
          <p:nvPr/>
        </p:nvSpPr>
        <p:spPr>
          <a:xfrm>
            <a:off x="309334" y="4791199"/>
            <a:ext cx="5720975" cy="26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92" dirty="0"/>
              <a:t>Источник: https://education.yandex.ru/handbook/ml/article/gradientnyj-busting</a:t>
            </a:r>
          </a:p>
        </p:txBody>
      </p:sp>
    </p:spTree>
    <p:extLst>
      <p:ext uri="{BB962C8B-B14F-4D97-AF65-F5344CB8AC3E}">
        <p14:creationId xmlns:p14="http://schemas.microsoft.com/office/powerpoint/2010/main" val="2812195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68204449-9811-4E5A-5F1A-76A29D329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>
            <a:extLst>
              <a:ext uri="{FF2B5EF4-FFF2-40B4-BE49-F238E27FC236}">
                <a16:creationId xmlns:a16="http://schemas.microsoft.com/office/drawing/2014/main" id="{B2844967-F167-12B2-4560-110E448B7905}"/>
              </a:ext>
            </a:extLst>
          </p:cNvPr>
          <p:cNvSpPr txBox="1"/>
          <p:nvPr/>
        </p:nvSpPr>
        <p:spPr>
          <a:xfrm>
            <a:off x="539999" y="1150807"/>
            <a:ext cx="8119091" cy="2614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Типы моделей машинного обучения</a:t>
            </a:r>
          </a:p>
          <a:p>
            <a:pPr marL="914400" lvl="1" indent="-342900">
              <a:lnSpc>
                <a:spcPct val="115000"/>
              </a:lnSpc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Линейные модели</a:t>
            </a:r>
          </a:p>
          <a:p>
            <a:pPr marL="914400" lvl="1" indent="-342900">
              <a:lnSpc>
                <a:spcPct val="115000"/>
              </a:lnSpc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Деревья решений</a:t>
            </a:r>
          </a:p>
          <a:p>
            <a:pPr marL="914400" lvl="1" indent="-342900">
              <a:lnSpc>
                <a:spcPct val="115000"/>
              </a:lnSpc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Ансамбли (случайный лес, </a:t>
            </a:r>
            <a:r>
              <a:rPr lang="ru-RU" sz="1800" dirty="0" err="1">
                <a:latin typeface="Montserrat Medium"/>
                <a:ea typeface="Montserrat Medium"/>
                <a:cs typeface="Montserrat Medium"/>
                <a:sym typeface="Montserrat Medium"/>
              </a:rPr>
              <a:t>бустинг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Лучше всего для табличных данных работает </a:t>
            </a:r>
            <a:r>
              <a:rPr lang="ru-RU" sz="1800" dirty="0" err="1">
                <a:latin typeface="Montserrat Medium"/>
                <a:ea typeface="Montserrat Medium"/>
                <a:cs typeface="Montserrat Medium"/>
                <a:sym typeface="Montserrat Medium"/>
              </a:rPr>
              <a:t>бустинг</a:t>
            </a: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Для неструктурированных данных (тексты, изображения) лучше всего работают нейронные сети</a:t>
            </a:r>
          </a:p>
        </p:txBody>
      </p:sp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3E3A2FF8-A1D9-445E-DB8A-4C9F3268EBBE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Итоги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42215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D2A1A23F-B6C2-0B7C-8E6B-67168A146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A3960DD-4674-662C-0CB0-B079418AD5E1}"/>
              </a:ext>
            </a:extLst>
          </p:cNvPr>
          <p:cNvSpPr txBox="1"/>
          <p:nvPr/>
        </p:nvSpPr>
        <p:spPr>
          <a:xfrm>
            <a:off x="1502683" y="2196743"/>
            <a:ext cx="5957455" cy="750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algn="ctr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ru-RU" sz="4000" b="1" dirty="0">
                <a:latin typeface="Montserrat Medium"/>
                <a:ea typeface="Montserrat Medium"/>
                <a:cs typeface="Montserrat Medium"/>
                <a:sym typeface="Montserrat Medium"/>
              </a:rPr>
              <a:t>Вопросы?</a:t>
            </a:r>
            <a:endParaRPr lang="ru-RU" sz="4400" b="1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54736722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907</TotalTime>
  <Words>2132</Words>
  <Application>Microsoft Office PowerPoint</Application>
  <PresentationFormat>Экран (16:9)</PresentationFormat>
  <Paragraphs>1035</Paragraphs>
  <Slides>77</Slides>
  <Notes>26</Notes>
  <HiddenSlides>5</HiddenSlides>
  <MMClips>0</MMClips>
  <ScaleCrop>false</ScaleCrop>
  <HeadingPairs>
    <vt:vector size="6" baseType="variant">
      <vt:variant>
        <vt:lpstr>Использованные шрифты</vt:lpstr>
      </vt:variant>
      <vt:variant>
        <vt:i4>14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77</vt:i4>
      </vt:variant>
    </vt:vector>
  </HeadingPairs>
  <TitlesOfParts>
    <vt:vector size="92" baseType="lpstr">
      <vt:lpstr>Roboto Medium</vt:lpstr>
      <vt:lpstr>Montserrat</vt:lpstr>
      <vt:lpstr>Montserrat Medium</vt:lpstr>
      <vt:lpstr>Roboto Light</vt:lpstr>
      <vt:lpstr>IBM Plex Mono</vt:lpstr>
      <vt:lpstr>Times New Roman</vt:lpstr>
      <vt:lpstr>Montserrat SemiBold</vt:lpstr>
      <vt:lpstr>Calibri</vt:lpstr>
      <vt:lpstr>Cambria Math</vt:lpstr>
      <vt:lpstr>Verdana</vt:lpstr>
      <vt:lpstr>Arial</vt:lpstr>
      <vt:lpstr>Roboto</vt:lpstr>
      <vt:lpstr>Montserrat ExtraBold</vt:lpstr>
      <vt:lpstr>Montserrat Light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Ронкин Михаил Владимирович</cp:lastModifiedBy>
  <cp:revision>118</cp:revision>
  <dcterms:modified xsi:type="dcterms:W3CDTF">2026-10-12T12:34:34Z</dcterms:modified>
</cp:coreProperties>
</file>